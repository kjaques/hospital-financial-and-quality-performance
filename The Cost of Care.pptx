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17"/>
  </p:notesMasterIdLst>
  <p:sldIdLst>
    <p:sldId id="256" r:id="rId2"/>
    <p:sldId id="313" r:id="rId3"/>
    <p:sldId id="321" r:id="rId4"/>
    <p:sldId id="325" r:id="rId5"/>
    <p:sldId id="322" r:id="rId6"/>
    <p:sldId id="312" r:id="rId7"/>
    <p:sldId id="323" r:id="rId8"/>
    <p:sldId id="314" r:id="rId9"/>
    <p:sldId id="315" r:id="rId10"/>
    <p:sldId id="316" r:id="rId11"/>
    <p:sldId id="317" r:id="rId12"/>
    <p:sldId id="318" r:id="rId13"/>
    <p:sldId id="319" r:id="rId14"/>
    <p:sldId id="324" r:id="rId15"/>
    <p:sldId id="320" r:id="rId16"/>
  </p:sldIdLst>
  <p:sldSz cx="9144000" cy="5143500" type="screen16x9"/>
  <p:notesSz cx="6858000" cy="9144000"/>
  <p:embeddedFontLst>
    <p:embeddedFont>
      <p:font typeface="Anaheim" panose="020B0604020202020204" charset="0"/>
      <p:regular r:id="rId18"/>
      <p:bold r:id="rId19"/>
    </p:embeddedFont>
    <p:embeddedFont>
      <p:font typeface="Bebas Neue" panose="020B0606020202050201" pitchFamily="34" charset="0"/>
      <p:regular r:id="rId20"/>
    </p:embeddedFont>
    <p:embeddedFont>
      <p:font typeface="Encode Sans Semi Expanded ExtraBold" panose="00000905000000000000" charset="0"/>
      <p:bold r:id="rId21"/>
    </p:embeddedFont>
    <p:embeddedFont>
      <p:font typeface="Noto Sans Thai" panose="020B0604020202020204" charset="-34"/>
      <p:regular r:id="rId22"/>
      <p:bold r:id="rId23"/>
    </p:embeddedFont>
    <p:embeddedFont>
      <p:font typeface="Noto Sans Thai Medium" panose="020B0604020202020204" charset="-34"/>
      <p:regular r:id="rId24"/>
      <p:bold r:id="rId25"/>
    </p:embeddedFont>
    <p:embeddedFont>
      <p:font typeface="Nunito Light" pitchFamily="2" charset="0"/>
      <p:regular r:id="rId26"/>
      <p: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0403C8-B429-4BC3-A1A4-40CBB380A10C}">
  <a:tblStyle styleId="{3B0403C8-B429-4BC3-A1A4-40CBB380A10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21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g21b9b60020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6" name="Google Shape;1186;g21b9b60020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0">
          <a:extLst>
            <a:ext uri="{FF2B5EF4-FFF2-40B4-BE49-F238E27FC236}">
              <a16:creationId xmlns:a16="http://schemas.microsoft.com/office/drawing/2014/main" id="{CDF925FD-89E9-6166-0A70-CC4C08FCC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Google Shape;1201;gd431007ba2_0_215:notes">
            <a:extLst>
              <a:ext uri="{FF2B5EF4-FFF2-40B4-BE49-F238E27FC236}">
                <a16:creationId xmlns:a16="http://schemas.microsoft.com/office/drawing/2014/main" id="{A3C28A5F-E438-644E-E22D-423AD5905A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2" name="Google Shape;1202;gd431007ba2_0_215:notes">
            <a:extLst>
              <a:ext uri="{FF2B5EF4-FFF2-40B4-BE49-F238E27FC236}">
                <a16:creationId xmlns:a16="http://schemas.microsoft.com/office/drawing/2014/main" id="{F5B19DE8-EF6A-122B-6750-D80C83CF07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199461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4">
          <a:extLst>
            <a:ext uri="{FF2B5EF4-FFF2-40B4-BE49-F238E27FC236}">
              <a16:creationId xmlns:a16="http://schemas.microsoft.com/office/drawing/2014/main" id="{38E8990F-080F-BF64-E37F-FD0681180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g54dda1946d_6_308:notes">
            <a:extLst>
              <a:ext uri="{FF2B5EF4-FFF2-40B4-BE49-F238E27FC236}">
                <a16:creationId xmlns:a16="http://schemas.microsoft.com/office/drawing/2014/main" id="{F9F86053-7622-7FBF-425A-787EE5FD3F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6" name="Google Shape;1226;g54dda1946d_6_308:notes">
            <a:extLst>
              <a:ext uri="{FF2B5EF4-FFF2-40B4-BE49-F238E27FC236}">
                <a16:creationId xmlns:a16="http://schemas.microsoft.com/office/drawing/2014/main" id="{727870E0-8D01-4073-9572-784E2E4473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91770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6">
          <a:extLst>
            <a:ext uri="{FF2B5EF4-FFF2-40B4-BE49-F238E27FC236}">
              <a16:creationId xmlns:a16="http://schemas.microsoft.com/office/drawing/2014/main" id="{6D536A37-CFF4-C98A-A747-C9881B5A8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" name="Google Shape;1397;g54dda1946d_6_358:notes">
            <a:extLst>
              <a:ext uri="{FF2B5EF4-FFF2-40B4-BE49-F238E27FC236}">
                <a16:creationId xmlns:a16="http://schemas.microsoft.com/office/drawing/2014/main" id="{97291093-E14F-84C1-5653-B680819B0F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8" name="Google Shape;1398;g54dda1946d_6_358:notes">
            <a:extLst>
              <a:ext uri="{FF2B5EF4-FFF2-40B4-BE49-F238E27FC236}">
                <a16:creationId xmlns:a16="http://schemas.microsoft.com/office/drawing/2014/main" id="{D16B8B47-B880-B080-4828-43B8A536E1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690993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1">
          <a:extLst>
            <a:ext uri="{FF2B5EF4-FFF2-40B4-BE49-F238E27FC236}">
              <a16:creationId xmlns:a16="http://schemas.microsoft.com/office/drawing/2014/main" id="{9098991C-FAE9-2051-F936-4EB51606D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g21ce5bc17ef_0_14768:notes">
            <a:extLst>
              <a:ext uri="{FF2B5EF4-FFF2-40B4-BE49-F238E27FC236}">
                <a16:creationId xmlns:a16="http://schemas.microsoft.com/office/drawing/2014/main" id="{4BEA22B9-F70A-BF36-3E2C-4B9DEE1491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3" name="Google Shape;1193;g21ce5bc17ef_0_14768:notes">
            <a:extLst>
              <a:ext uri="{FF2B5EF4-FFF2-40B4-BE49-F238E27FC236}">
                <a16:creationId xmlns:a16="http://schemas.microsoft.com/office/drawing/2014/main" id="{77C12B68-42AB-B597-406A-B2292808E0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28891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3">
          <a:extLst>
            <a:ext uri="{FF2B5EF4-FFF2-40B4-BE49-F238E27FC236}">
              <a16:creationId xmlns:a16="http://schemas.microsoft.com/office/drawing/2014/main" id="{65D1F520-3D56-5DA2-EEEC-AE3C00850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4" name="Google Shape;1534;g21ce5bc17ef_0_1237:notes">
            <a:extLst>
              <a:ext uri="{FF2B5EF4-FFF2-40B4-BE49-F238E27FC236}">
                <a16:creationId xmlns:a16="http://schemas.microsoft.com/office/drawing/2014/main" id="{DFC60C5B-EFAC-0664-71EE-63028F679C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5" name="Google Shape;1535;g21ce5bc17ef_0_1237:notes">
            <a:extLst>
              <a:ext uri="{FF2B5EF4-FFF2-40B4-BE49-F238E27FC236}">
                <a16:creationId xmlns:a16="http://schemas.microsoft.com/office/drawing/2014/main" id="{1F00DED2-1E41-5296-9BBB-6DB6E76539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98930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7">
          <a:extLst>
            <a:ext uri="{FF2B5EF4-FFF2-40B4-BE49-F238E27FC236}">
              <a16:creationId xmlns:a16="http://schemas.microsoft.com/office/drawing/2014/main" id="{4628922C-2D01-166D-BD0C-40D64EC94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8" name="Google Shape;1618;g21ce5bc17ef_0_1421:notes">
            <a:extLst>
              <a:ext uri="{FF2B5EF4-FFF2-40B4-BE49-F238E27FC236}">
                <a16:creationId xmlns:a16="http://schemas.microsoft.com/office/drawing/2014/main" id="{F98C6CBF-266A-7CF7-CCCE-86D42F24E2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9" name="Google Shape;1619;g21ce5bc17ef_0_1421:notes">
            <a:extLst>
              <a:ext uri="{FF2B5EF4-FFF2-40B4-BE49-F238E27FC236}">
                <a16:creationId xmlns:a16="http://schemas.microsoft.com/office/drawing/2014/main" id="{4EE7DAA1-2BB9-A2C0-3814-268EA64C5A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04316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0">
          <a:extLst>
            <a:ext uri="{FF2B5EF4-FFF2-40B4-BE49-F238E27FC236}">
              <a16:creationId xmlns:a16="http://schemas.microsoft.com/office/drawing/2014/main" id="{0BC1EDBA-BBF6-8EF1-7588-ADE2B2484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g54dda1946d_0_3:notes">
            <a:extLst>
              <a:ext uri="{FF2B5EF4-FFF2-40B4-BE49-F238E27FC236}">
                <a16:creationId xmlns:a16="http://schemas.microsoft.com/office/drawing/2014/main" id="{DDF540CF-BE08-875F-3D3D-1EB20B5D85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2" name="Google Shape;1442;g54dda1946d_0_3:notes">
            <a:extLst>
              <a:ext uri="{FF2B5EF4-FFF2-40B4-BE49-F238E27FC236}">
                <a16:creationId xmlns:a16="http://schemas.microsoft.com/office/drawing/2014/main" id="{2CAAF206-1258-5F10-47BD-5F02A7338F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92546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1">
          <a:extLst>
            <a:ext uri="{FF2B5EF4-FFF2-40B4-BE49-F238E27FC236}">
              <a16:creationId xmlns:a16="http://schemas.microsoft.com/office/drawing/2014/main" id="{FFCD5917-B28F-F938-B070-BAB721341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Google Shape;1452;g54dda1946d_4_2742:notes">
            <a:extLst>
              <a:ext uri="{FF2B5EF4-FFF2-40B4-BE49-F238E27FC236}">
                <a16:creationId xmlns:a16="http://schemas.microsoft.com/office/drawing/2014/main" id="{CE47FA08-07BC-F1BD-D844-CAEE53D4AF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3" name="Google Shape;1453;g54dda1946d_4_2742:notes">
            <a:extLst>
              <a:ext uri="{FF2B5EF4-FFF2-40B4-BE49-F238E27FC236}">
                <a16:creationId xmlns:a16="http://schemas.microsoft.com/office/drawing/2014/main" id="{89A5AE15-4BEE-809A-298D-41C70FFDDB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0751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4">
          <a:extLst>
            <a:ext uri="{FF2B5EF4-FFF2-40B4-BE49-F238E27FC236}">
              <a16:creationId xmlns:a16="http://schemas.microsoft.com/office/drawing/2014/main" id="{ED14E638-1ED1-205B-0CD8-06AFFE380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5" name="Google Shape;1735;gd44c0c1fca_0_138:notes">
            <a:extLst>
              <a:ext uri="{FF2B5EF4-FFF2-40B4-BE49-F238E27FC236}">
                <a16:creationId xmlns:a16="http://schemas.microsoft.com/office/drawing/2014/main" id="{4D2DF75A-34FF-ADE5-A0E2-821517B7E5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6" name="Google Shape;1736;gd44c0c1fca_0_138:notes">
            <a:extLst>
              <a:ext uri="{FF2B5EF4-FFF2-40B4-BE49-F238E27FC236}">
                <a16:creationId xmlns:a16="http://schemas.microsoft.com/office/drawing/2014/main" id="{961714BD-B3DF-1AAE-36EC-F7339FB7E9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43276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2">
          <a:extLst>
            <a:ext uri="{FF2B5EF4-FFF2-40B4-BE49-F238E27FC236}">
              <a16:creationId xmlns:a16="http://schemas.microsoft.com/office/drawing/2014/main" id="{F2C2EF08-63AC-C4F5-0EFF-248965F76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3" name="Google Shape;1593;g21ce5bc17ef_0_1256:notes">
            <a:extLst>
              <a:ext uri="{FF2B5EF4-FFF2-40B4-BE49-F238E27FC236}">
                <a16:creationId xmlns:a16="http://schemas.microsoft.com/office/drawing/2014/main" id="{B8DE0C84-EA22-0D7B-D85A-64ACA91C95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4" name="Google Shape;1594;g21ce5bc17ef_0_1256:notes">
            <a:extLst>
              <a:ext uri="{FF2B5EF4-FFF2-40B4-BE49-F238E27FC236}">
                <a16:creationId xmlns:a16="http://schemas.microsoft.com/office/drawing/2014/main" id="{8170B349-37B8-817B-6AF9-77DC5F8181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535584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7">
          <a:extLst>
            <a:ext uri="{FF2B5EF4-FFF2-40B4-BE49-F238E27FC236}">
              <a16:creationId xmlns:a16="http://schemas.microsoft.com/office/drawing/2014/main" id="{9BBEA414-836F-768B-83A8-8D0D7631F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g14072739ea5_12_0:notes">
            <a:extLst>
              <a:ext uri="{FF2B5EF4-FFF2-40B4-BE49-F238E27FC236}">
                <a16:creationId xmlns:a16="http://schemas.microsoft.com/office/drawing/2014/main" id="{87D366DB-22E6-B240-900D-C33C503559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9" name="Google Shape;1259;g14072739ea5_12_0:notes">
            <a:extLst>
              <a:ext uri="{FF2B5EF4-FFF2-40B4-BE49-F238E27FC236}">
                <a16:creationId xmlns:a16="http://schemas.microsoft.com/office/drawing/2014/main" id="{7DE89BB8-692F-5604-A7B4-9FB6D9292D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764567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7">
          <a:extLst>
            <a:ext uri="{FF2B5EF4-FFF2-40B4-BE49-F238E27FC236}">
              <a16:creationId xmlns:a16="http://schemas.microsoft.com/office/drawing/2014/main" id="{57A5804E-7839-5EEF-658F-6CDDDA132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Google Shape;1328;g54dda1946d_4_2738:notes">
            <a:extLst>
              <a:ext uri="{FF2B5EF4-FFF2-40B4-BE49-F238E27FC236}">
                <a16:creationId xmlns:a16="http://schemas.microsoft.com/office/drawing/2014/main" id="{91797C8C-D6CD-F6B5-8CE9-088CFD2750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9" name="Google Shape;1329;g54dda1946d_4_2738:notes">
            <a:extLst>
              <a:ext uri="{FF2B5EF4-FFF2-40B4-BE49-F238E27FC236}">
                <a16:creationId xmlns:a16="http://schemas.microsoft.com/office/drawing/2014/main" id="{AA5E4E84-06FC-8459-9B61-D528D387A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961025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0">
          <a:extLst>
            <a:ext uri="{FF2B5EF4-FFF2-40B4-BE49-F238E27FC236}">
              <a16:creationId xmlns:a16="http://schemas.microsoft.com/office/drawing/2014/main" id="{FC124DD1-34ED-79E4-8B91-0E10BCF9A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Google Shape;1391;g54dda1946d_6_370:notes">
            <a:extLst>
              <a:ext uri="{FF2B5EF4-FFF2-40B4-BE49-F238E27FC236}">
                <a16:creationId xmlns:a16="http://schemas.microsoft.com/office/drawing/2014/main" id="{331056E4-1FA0-56FD-E7AD-B422B3A8D5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2" name="Google Shape;1392;g54dda1946d_6_370:notes">
            <a:extLst>
              <a:ext uri="{FF2B5EF4-FFF2-40B4-BE49-F238E27FC236}">
                <a16:creationId xmlns:a16="http://schemas.microsoft.com/office/drawing/2014/main" id="{B23C7186-FF0F-CFED-5DD5-E9EA6467F6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39926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2">
          <a:extLst>
            <a:ext uri="{FF2B5EF4-FFF2-40B4-BE49-F238E27FC236}">
              <a16:creationId xmlns:a16="http://schemas.microsoft.com/office/drawing/2014/main" id="{FF61C15D-503D-6578-9259-9A34F8B6A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3" name="Google Shape;1763;g21ce5bc17ef_0_1486:notes">
            <a:extLst>
              <a:ext uri="{FF2B5EF4-FFF2-40B4-BE49-F238E27FC236}">
                <a16:creationId xmlns:a16="http://schemas.microsoft.com/office/drawing/2014/main" id="{57BDF2AE-7D41-E476-0AD9-027F9E6FFE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4" name="Google Shape;1764;g21ce5bc17ef_0_1486:notes">
            <a:extLst>
              <a:ext uri="{FF2B5EF4-FFF2-40B4-BE49-F238E27FC236}">
                <a16:creationId xmlns:a16="http://schemas.microsoft.com/office/drawing/2014/main" id="{C3FFA50C-40A4-1BBE-A313-B425E33F90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301015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0" y="3810775"/>
            <a:ext cx="9372600" cy="13422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" name="Google Shape;10;p2"/>
          <p:cNvGrpSpPr/>
          <p:nvPr/>
        </p:nvGrpSpPr>
        <p:grpSpPr>
          <a:xfrm>
            <a:off x="-1278512" y="2839289"/>
            <a:ext cx="3625945" cy="1342254"/>
            <a:chOff x="-773687" y="2839289"/>
            <a:chExt cx="3625945" cy="1342254"/>
          </a:xfrm>
        </p:grpSpPr>
        <p:sp>
          <p:nvSpPr>
            <p:cNvPr id="11" name="Google Shape;11;p2"/>
            <p:cNvSpPr/>
            <p:nvPr/>
          </p:nvSpPr>
          <p:spPr>
            <a:xfrm>
              <a:off x="-773687" y="4054009"/>
              <a:ext cx="3625945" cy="127534"/>
            </a:xfrm>
            <a:custGeom>
              <a:avLst/>
              <a:gdLst/>
              <a:ahLst/>
              <a:cxnLst/>
              <a:rect l="l" t="t" r="r" b="b"/>
              <a:pathLst>
                <a:path w="68282" h="2408" extrusionOk="0">
                  <a:moveTo>
                    <a:pt x="34142" y="0"/>
                  </a:moveTo>
                  <a:cubicBezTo>
                    <a:pt x="25086" y="0"/>
                    <a:pt x="16402" y="128"/>
                    <a:pt x="10000" y="353"/>
                  </a:cubicBezTo>
                  <a:cubicBezTo>
                    <a:pt x="3597" y="578"/>
                    <a:pt x="0" y="884"/>
                    <a:pt x="0" y="1204"/>
                  </a:cubicBezTo>
                  <a:cubicBezTo>
                    <a:pt x="0" y="1523"/>
                    <a:pt x="3597" y="1829"/>
                    <a:pt x="10000" y="2054"/>
                  </a:cubicBezTo>
                  <a:cubicBezTo>
                    <a:pt x="16402" y="2280"/>
                    <a:pt x="25086" y="2407"/>
                    <a:pt x="34142" y="2407"/>
                  </a:cubicBezTo>
                  <a:cubicBezTo>
                    <a:pt x="43195" y="2407"/>
                    <a:pt x="51879" y="2280"/>
                    <a:pt x="58283" y="2054"/>
                  </a:cubicBezTo>
                  <a:cubicBezTo>
                    <a:pt x="64685" y="1829"/>
                    <a:pt x="68281" y="1523"/>
                    <a:pt x="68281" y="1204"/>
                  </a:cubicBezTo>
                  <a:cubicBezTo>
                    <a:pt x="68281" y="884"/>
                    <a:pt x="64685" y="578"/>
                    <a:pt x="58283" y="353"/>
                  </a:cubicBezTo>
                  <a:cubicBezTo>
                    <a:pt x="51879" y="128"/>
                    <a:pt x="43195" y="0"/>
                    <a:pt x="34142" y="0"/>
                  </a:cubicBezTo>
                  <a:close/>
                </a:path>
              </a:pathLst>
            </a:custGeom>
            <a:solidFill>
              <a:srgbClr val="0B5394">
                <a:alpha val="547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1886091" y="2839289"/>
              <a:ext cx="731328" cy="589684"/>
            </a:xfrm>
            <a:custGeom>
              <a:avLst/>
              <a:gdLst/>
              <a:ahLst/>
              <a:cxnLst/>
              <a:rect l="l" t="t" r="r" b="b"/>
              <a:pathLst>
                <a:path w="13772" h="11134" extrusionOk="0">
                  <a:moveTo>
                    <a:pt x="1893" y="0"/>
                  </a:moveTo>
                  <a:cubicBezTo>
                    <a:pt x="847" y="0"/>
                    <a:pt x="0" y="848"/>
                    <a:pt x="0" y="1894"/>
                  </a:cubicBezTo>
                  <a:lnTo>
                    <a:pt x="0" y="11134"/>
                  </a:lnTo>
                  <a:lnTo>
                    <a:pt x="13772" y="11134"/>
                  </a:lnTo>
                  <a:lnTo>
                    <a:pt x="13772" y="1767"/>
                  </a:lnTo>
                  <a:cubicBezTo>
                    <a:pt x="13772" y="791"/>
                    <a:pt x="12981" y="0"/>
                    <a:pt x="1200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1015745" y="2839289"/>
              <a:ext cx="731328" cy="589632"/>
            </a:xfrm>
            <a:custGeom>
              <a:avLst/>
              <a:gdLst/>
              <a:ahLst/>
              <a:cxnLst/>
              <a:rect l="l" t="t" r="r" b="b"/>
              <a:pathLst>
                <a:path w="13772" h="11133" extrusionOk="0">
                  <a:moveTo>
                    <a:pt x="1895" y="0"/>
                  </a:moveTo>
                  <a:cubicBezTo>
                    <a:pt x="848" y="0"/>
                    <a:pt x="0" y="848"/>
                    <a:pt x="0" y="1894"/>
                  </a:cubicBezTo>
                  <a:lnTo>
                    <a:pt x="0" y="11132"/>
                  </a:lnTo>
                  <a:lnTo>
                    <a:pt x="13772" y="11132"/>
                  </a:lnTo>
                  <a:lnTo>
                    <a:pt x="13772" y="1767"/>
                  </a:lnTo>
                  <a:cubicBezTo>
                    <a:pt x="13772" y="791"/>
                    <a:pt x="12980" y="0"/>
                    <a:pt x="1200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104076" y="3556000"/>
              <a:ext cx="2513482" cy="94573"/>
            </a:xfrm>
            <a:custGeom>
              <a:avLst/>
              <a:gdLst/>
              <a:ahLst/>
              <a:cxnLst/>
              <a:rect l="l" t="t" r="r" b="b"/>
              <a:pathLst>
                <a:path w="64502" h="1786" extrusionOk="0">
                  <a:moveTo>
                    <a:pt x="1" y="0"/>
                  </a:moveTo>
                  <a:lnTo>
                    <a:pt x="1" y="1785"/>
                  </a:lnTo>
                  <a:lnTo>
                    <a:pt x="64501" y="1785"/>
                  </a:lnTo>
                  <a:lnTo>
                    <a:pt x="6450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1838133" y="3428752"/>
              <a:ext cx="826275" cy="127322"/>
            </a:xfrm>
            <a:custGeom>
              <a:avLst/>
              <a:gdLst/>
              <a:ahLst/>
              <a:cxnLst/>
              <a:rect l="l" t="t" r="r" b="b"/>
              <a:pathLst>
                <a:path w="15560" h="2404" extrusionOk="0">
                  <a:moveTo>
                    <a:pt x="927" y="0"/>
                  </a:moveTo>
                  <a:cubicBezTo>
                    <a:pt x="416" y="0"/>
                    <a:pt x="1" y="416"/>
                    <a:pt x="1" y="927"/>
                  </a:cubicBezTo>
                  <a:lnTo>
                    <a:pt x="1" y="1416"/>
                  </a:lnTo>
                  <a:cubicBezTo>
                    <a:pt x="1" y="1961"/>
                    <a:pt x="443" y="2403"/>
                    <a:pt x="988" y="2403"/>
                  </a:cubicBezTo>
                  <a:lnTo>
                    <a:pt x="14663" y="2403"/>
                  </a:lnTo>
                  <a:cubicBezTo>
                    <a:pt x="15158" y="2403"/>
                    <a:pt x="15560" y="2002"/>
                    <a:pt x="15560" y="1506"/>
                  </a:cubicBezTo>
                  <a:lnTo>
                    <a:pt x="15560" y="904"/>
                  </a:lnTo>
                  <a:cubicBezTo>
                    <a:pt x="15560" y="406"/>
                    <a:pt x="15155" y="2"/>
                    <a:pt x="14656" y="2"/>
                  </a:cubicBezTo>
                  <a:lnTo>
                    <a:pt x="927" y="2"/>
                  </a:lnTo>
                  <a:lnTo>
                    <a:pt x="92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967841" y="3428752"/>
              <a:ext cx="826275" cy="127322"/>
            </a:xfrm>
            <a:custGeom>
              <a:avLst/>
              <a:gdLst/>
              <a:ahLst/>
              <a:cxnLst/>
              <a:rect l="l" t="t" r="r" b="b"/>
              <a:pathLst>
                <a:path w="15560" h="2404" extrusionOk="0">
                  <a:moveTo>
                    <a:pt x="927" y="0"/>
                  </a:moveTo>
                  <a:cubicBezTo>
                    <a:pt x="415" y="0"/>
                    <a:pt x="0" y="416"/>
                    <a:pt x="0" y="927"/>
                  </a:cubicBezTo>
                  <a:lnTo>
                    <a:pt x="0" y="1416"/>
                  </a:lnTo>
                  <a:cubicBezTo>
                    <a:pt x="0" y="1961"/>
                    <a:pt x="442" y="2403"/>
                    <a:pt x="987" y="2403"/>
                  </a:cubicBezTo>
                  <a:lnTo>
                    <a:pt x="14662" y="2403"/>
                  </a:lnTo>
                  <a:cubicBezTo>
                    <a:pt x="15157" y="2403"/>
                    <a:pt x="15559" y="2002"/>
                    <a:pt x="15559" y="1506"/>
                  </a:cubicBezTo>
                  <a:lnTo>
                    <a:pt x="15559" y="904"/>
                  </a:lnTo>
                  <a:cubicBezTo>
                    <a:pt x="15559" y="406"/>
                    <a:pt x="15154" y="2"/>
                    <a:pt x="14655" y="2"/>
                  </a:cubicBezTo>
                  <a:lnTo>
                    <a:pt x="927" y="2"/>
                  </a:lnTo>
                  <a:lnTo>
                    <a:pt x="92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152038" y="2839289"/>
              <a:ext cx="731328" cy="589632"/>
            </a:xfrm>
            <a:custGeom>
              <a:avLst/>
              <a:gdLst/>
              <a:ahLst/>
              <a:cxnLst/>
              <a:rect l="l" t="t" r="r" b="b"/>
              <a:pathLst>
                <a:path w="13772" h="11133" extrusionOk="0">
                  <a:moveTo>
                    <a:pt x="1893" y="0"/>
                  </a:moveTo>
                  <a:cubicBezTo>
                    <a:pt x="847" y="0"/>
                    <a:pt x="0" y="848"/>
                    <a:pt x="0" y="1894"/>
                  </a:cubicBezTo>
                  <a:lnTo>
                    <a:pt x="0" y="11132"/>
                  </a:lnTo>
                  <a:lnTo>
                    <a:pt x="13772" y="11132"/>
                  </a:lnTo>
                  <a:lnTo>
                    <a:pt x="13772" y="1767"/>
                  </a:lnTo>
                  <a:cubicBezTo>
                    <a:pt x="13772" y="791"/>
                    <a:pt x="12980" y="0"/>
                    <a:pt x="1200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104081" y="3428752"/>
              <a:ext cx="826275" cy="127322"/>
            </a:xfrm>
            <a:custGeom>
              <a:avLst/>
              <a:gdLst/>
              <a:ahLst/>
              <a:cxnLst/>
              <a:rect l="l" t="t" r="r" b="b"/>
              <a:pathLst>
                <a:path w="15560" h="2404" extrusionOk="0">
                  <a:moveTo>
                    <a:pt x="927" y="0"/>
                  </a:moveTo>
                  <a:cubicBezTo>
                    <a:pt x="415" y="0"/>
                    <a:pt x="1" y="416"/>
                    <a:pt x="1" y="927"/>
                  </a:cubicBezTo>
                  <a:lnTo>
                    <a:pt x="1" y="1416"/>
                  </a:lnTo>
                  <a:cubicBezTo>
                    <a:pt x="1" y="1961"/>
                    <a:pt x="443" y="2403"/>
                    <a:pt x="988" y="2403"/>
                  </a:cubicBezTo>
                  <a:lnTo>
                    <a:pt x="14662" y="2403"/>
                  </a:lnTo>
                  <a:cubicBezTo>
                    <a:pt x="15158" y="2403"/>
                    <a:pt x="15560" y="2002"/>
                    <a:pt x="15560" y="1506"/>
                  </a:cubicBezTo>
                  <a:lnTo>
                    <a:pt x="15560" y="904"/>
                  </a:lnTo>
                  <a:cubicBezTo>
                    <a:pt x="15560" y="406"/>
                    <a:pt x="15155" y="2"/>
                    <a:pt x="14656" y="2"/>
                  </a:cubicBezTo>
                  <a:lnTo>
                    <a:pt x="927" y="2"/>
                  </a:lnTo>
                  <a:lnTo>
                    <a:pt x="92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187249" y="3650515"/>
              <a:ext cx="67068" cy="468453"/>
            </a:xfrm>
            <a:custGeom>
              <a:avLst/>
              <a:gdLst/>
              <a:ahLst/>
              <a:cxnLst/>
              <a:rect l="l" t="t" r="r" b="b"/>
              <a:pathLst>
                <a:path w="1263" h="8845" extrusionOk="0">
                  <a:moveTo>
                    <a:pt x="0" y="0"/>
                  </a:moveTo>
                  <a:lnTo>
                    <a:pt x="0" y="8844"/>
                  </a:lnTo>
                  <a:lnTo>
                    <a:pt x="1263" y="8844"/>
                  </a:lnTo>
                  <a:lnTo>
                    <a:pt x="126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2550428" y="3642413"/>
              <a:ext cx="67068" cy="468453"/>
            </a:xfrm>
            <a:custGeom>
              <a:avLst/>
              <a:gdLst/>
              <a:ahLst/>
              <a:cxnLst/>
              <a:rect l="l" t="t" r="r" b="b"/>
              <a:pathLst>
                <a:path w="1263" h="8845" extrusionOk="0">
                  <a:moveTo>
                    <a:pt x="0" y="0"/>
                  </a:moveTo>
                  <a:lnTo>
                    <a:pt x="0" y="8844"/>
                  </a:lnTo>
                  <a:lnTo>
                    <a:pt x="1263" y="8844"/>
                  </a:lnTo>
                  <a:lnTo>
                    <a:pt x="126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1886091" y="3642413"/>
              <a:ext cx="67068" cy="468453"/>
            </a:xfrm>
            <a:custGeom>
              <a:avLst/>
              <a:gdLst/>
              <a:ahLst/>
              <a:cxnLst/>
              <a:rect l="l" t="t" r="r" b="b"/>
              <a:pathLst>
                <a:path w="1263" h="8845" extrusionOk="0">
                  <a:moveTo>
                    <a:pt x="0" y="0"/>
                  </a:moveTo>
                  <a:lnTo>
                    <a:pt x="0" y="8844"/>
                  </a:lnTo>
                  <a:lnTo>
                    <a:pt x="1263" y="8844"/>
                  </a:lnTo>
                  <a:lnTo>
                    <a:pt x="126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1680029" y="3642413"/>
              <a:ext cx="67122" cy="468453"/>
            </a:xfrm>
            <a:custGeom>
              <a:avLst/>
              <a:gdLst/>
              <a:ahLst/>
              <a:cxnLst/>
              <a:rect l="l" t="t" r="r" b="b"/>
              <a:pathLst>
                <a:path w="1264" h="8845" extrusionOk="0">
                  <a:moveTo>
                    <a:pt x="0" y="0"/>
                  </a:moveTo>
                  <a:lnTo>
                    <a:pt x="0" y="8844"/>
                  </a:lnTo>
                  <a:lnTo>
                    <a:pt x="1264" y="8844"/>
                  </a:lnTo>
                  <a:lnTo>
                    <a:pt x="126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1027270" y="3642413"/>
              <a:ext cx="67068" cy="468453"/>
            </a:xfrm>
            <a:custGeom>
              <a:avLst/>
              <a:gdLst/>
              <a:ahLst/>
              <a:cxnLst/>
              <a:rect l="l" t="t" r="r" b="b"/>
              <a:pathLst>
                <a:path w="1263" h="8845" extrusionOk="0">
                  <a:moveTo>
                    <a:pt x="0" y="0"/>
                  </a:moveTo>
                  <a:lnTo>
                    <a:pt x="0" y="8844"/>
                  </a:lnTo>
                  <a:lnTo>
                    <a:pt x="1262" y="8844"/>
                  </a:lnTo>
                  <a:lnTo>
                    <a:pt x="126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23226" y="3642413"/>
              <a:ext cx="67068" cy="468453"/>
            </a:xfrm>
            <a:custGeom>
              <a:avLst/>
              <a:gdLst/>
              <a:ahLst/>
              <a:cxnLst/>
              <a:rect l="l" t="t" r="r" b="b"/>
              <a:pathLst>
                <a:path w="1263" h="8845" extrusionOk="0">
                  <a:moveTo>
                    <a:pt x="0" y="0"/>
                  </a:moveTo>
                  <a:lnTo>
                    <a:pt x="0" y="8844"/>
                  </a:lnTo>
                  <a:lnTo>
                    <a:pt x="1262" y="8844"/>
                  </a:lnTo>
                  <a:lnTo>
                    <a:pt x="126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" name="Google Shape;25;p2"/>
          <p:cNvSpPr/>
          <p:nvPr/>
        </p:nvSpPr>
        <p:spPr>
          <a:xfrm>
            <a:off x="939473" y="1095419"/>
            <a:ext cx="603988" cy="831352"/>
          </a:xfrm>
          <a:custGeom>
            <a:avLst/>
            <a:gdLst/>
            <a:ahLst/>
            <a:cxnLst/>
            <a:rect l="l" t="t" r="r" b="b"/>
            <a:pathLst>
              <a:path w="11374" h="15697" extrusionOk="0">
                <a:moveTo>
                  <a:pt x="0" y="0"/>
                </a:moveTo>
                <a:lnTo>
                  <a:pt x="0" y="15697"/>
                </a:lnTo>
                <a:lnTo>
                  <a:pt x="11373" y="15697"/>
                </a:lnTo>
                <a:lnTo>
                  <a:pt x="1137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976914" y="1136298"/>
            <a:ext cx="529060" cy="749578"/>
          </a:xfrm>
          <a:custGeom>
            <a:avLst/>
            <a:gdLst/>
            <a:ahLst/>
            <a:cxnLst/>
            <a:rect l="l" t="t" r="r" b="b"/>
            <a:pathLst>
              <a:path w="9963" h="14153" extrusionOk="0">
                <a:moveTo>
                  <a:pt x="1" y="1"/>
                </a:moveTo>
                <a:lnTo>
                  <a:pt x="1" y="14153"/>
                </a:lnTo>
                <a:lnTo>
                  <a:pt x="9963" y="14153"/>
                </a:lnTo>
                <a:lnTo>
                  <a:pt x="996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1134700" y="1513899"/>
            <a:ext cx="213525" cy="21768"/>
          </a:xfrm>
          <a:custGeom>
            <a:avLst/>
            <a:gdLst/>
            <a:ahLst/>
            <a:cxnLst/>
            <a:rect l="l" t="t" r="r" b="b"/>
            <a:pathLst>
              <a:path w="4021" h="411" extrusionOk="0">
                <a:moveTo>
                  <a:pt x="0" y="1"/>
                </a:moveTo>
                <a:lnTo>
                  <a:pt x="0" y="410"/>
                </a:lnTo>
                <a:lnTo>
                  <a:pt x="4021" y="410"/>
                </a:lnTo>
                <a:lnTo>
                  <a:pt x="402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1024394" y="1467354"/>
            <a:ext cx="434113" cy="21715"/>
          </a:xfrm>
          <a:custGeom>
            <a:avLst/>
            <a:gdLst/>
            <a:ahLst/>
            <a:cxnLst/>
            <a:rect l="l" t="t" r="r" b="b"/>
            <a:pathLst>
              <a:path w="8175" h="410" extrusionOk="0">
                <a:moveTo>
                  <a:pt x="1" y="0"/>
                </a:moveTo>
                <a:lnTo>
                  <a:pt x="1" y="410"/>
                </a:lnTo>
                <a:lnTo>
                  <a:pt x="8175" y="410"/>
                </a:lnTo>
                <a:lnTo>
                  <a:pt x="817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1022375" y="1585014"/>
            <a:ext cx="204285" cy="21768"/>
          </a:xfrm>
          <a:custGeom>
            <a:avLst/>
            <a:gdLst/>
            <a:ahLst/>
            <a:cxnLst/>
            <a:rect l="l" t="t" r="r" b="b"/>
            <a:pathLst>
              <a:path w="3847" h="411" extrusionOk="0">
                <a:moveTo>
                  <a:pt x="0" y="1"/>
                </a:moveTo>
                <a:lnTo>
                  <a:pt x="0" y="410"/>
                </a:lnTo>
                <a:lnTo>
                  <a:pt x="3847" y="410"/>
                </a:lnTo>
                <a:lnTo>
                  <a:pt x="384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1022375" y="1635689"/>
            <a:ext cx="204285" cy="21715"/>
          </a:xfrm>
          <a:custGeom>
            <a:avLst/>
            <a:gdLst/>
            <a:ahLst/>
            <a:cxnLst/>
            <a:rect l="l" t="t" r="r" b="b"/>
            <a:pathLst>
              <a:path w="3847" h="410" extrusionOk="0">
                <a:moveTo>
                  <a:pt x="0" y="0"/>
                </a:moveTo>
                <a:lnTo>
                  <a:pt x="0" y="410"/>
                </a:lnTo>
                <a:lnTo>
                  <a:pt x="3847" y="410"/>
                </a:lnTo>
                <a:lnTo>
                  <a:pt x="3847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1022375" y="1686258"/>
            <a:ext cx="204285" cy="21715"/>
          </a:xfrm>
          <a:custGeom>
            <a:avLst/>
            <a:gdLst/>
            <a:ahLst/>
            <a:cxnLst/>
            <a:rect l="l" t="t" r="r" b="b"/>
            <a:pathLst>
              <a:path w="3847" h="410" extrusionOk="0">
                <a:moveTo>
                  <a:pt x="0" y="0"/>
                </a:moveTo>
                <a:lnTo>
                  <a:pt x="0" y="409"/>
                </a:lnTo>
                <a:lnTo>
                  <a:pt x="3847" y="409"/>
                </a:lnTo>
                <a:lnTo>
                  <a:pt x="3847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1022375" y="1736774"/>
            <a:ext cx="204285" cy="21768"/>
          </a:xfrm>
          <a:custGeom>
            <a:avLst/>
            <a:gdLst/>
            <a:ahLst/>
            <a:cxnLst/>
            <a:rect l="l" t="t" r="r" b="b"/>
            <a:pathLst>
              <a:path w="3847" h="411" extrusionOk="0">
                <a:moveTo>
                  <a:pt x="0" y="1"/>
                </a:moveTo>
                <a:lnTo>
                  <a:pt x="0" y="410"/>
                </a:lnTo>
                <a:lnTo>
                  <a:pt x="3847" y="410"/>
                </a:lnTo>
                <a:lnTo>
                  <a:pt x="384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1022375" y="1787450"/>
            <a:ext cx="204285" cy="21715"/>
          </a:xfrm>
          <a:custGeom>
            <a:avLst/>
            <a:gdLst/>
            <a:ahLst/>
            <a:cxnLst/>
            <a:rect l="l" t="t" r="r" b="b"/>
            <a:pathLst>
              <a:path w="3847" h="410" extrusionOk="0">
                <a:moveTo>
                  <a:pt x="0" y="0"/>
                </a:moveTo>
                <a:lnTo>
                  <a:pt x="0" y="410"/>
                </a:lnTo>
                <a:lnTo>
                  <a:pt x="3847" y="410"/>
                </a:lnTo>
                <a:lnTo>
                  <a:pt x="3847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1256266" y="1585014"/>
            <a:ext cx="204285" cy="21768"/>
          </a:xfrm>
          <a:custGeom>
            <a:avLst/>
            <a:gdLst/>
            <a:ahLst/>
            <a:cxnLst/>
            <a:rect l="l" t="t" r="r" b="b"/>
            <a:pathLst>
              <a:path w="3847" h="411" extrusionOk="0">
                <a:moveTo>
                  <a:pt x="1" y="1"/>
                </a:moveTo>
                <a:lnTo>
                  <a:pt x="1" y="410"/>
                </a:lnTo>
                <a:lnTo>
                  <a:pt x="3847" y="410"/>
                </a:lnTo>
                <a:lnTo>
                  <a:pt x="384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1256266" y="1635689"/>
            <a:ext cx="204285" cy="21715"/>
          </a:xfrm>
          <a:custGeom>
            <a:avLst/>
            <a:gdLst/>
            <a:ahLst/>
            <a:cxnLst/>
            <a:rect l="l" t="t" r="r" b="b"/>
            <a:pathLst>
              <a:path w="3847" h="410" extrusionOk="0">
                <a:moveTo>
                  <a:pt x="1" y="0"/>
                </a:moveTo>
                <a:lnTo>
                  <a:pt x="1" y="410"/>
                </a:lnTo>
                <a:lnTo>
                  <a:pt x="3847" y="410"/>
                </a:lnTo>
                <a:lnTo>
                  <a:pt x="3847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1256266" y="1686258"/>
            <a:ext cx="204285" cy="21715"/>
          </a:xfrm>
          <a:custGeom>
            <a:avLst/>
            <a:gdLst/>
            <a:ahLst/>
            <a:cxnLst/>
            <a:rect l="l" t="t" r="r" b="b"/>
            <a:pathLst>
              <a:path w="3847" h="410" extrusionOk="0">
                <a:moveTo>
                  <a:pt x="1" y="0"/>
                </a:moveTo>
                <a:lnTo>
                  <a:pt x="1" y="409"/>
                </a:lnTo>
                <a:lnTo>
                  <a:pt x="3847" y="409"/>
                </a:lnTo>
                <a:lnTo>
                  <a:pt x="3847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1256266" y="1736774"/>
            <a:ext cx="204285" cy="21768"/>
          </a:xfrm>
          <a:custGeom>
            <a:avLst/>
            <a:gdLst/>
            <a:ahLst/>
            <a:cxnLst/>
            <a:rect l="l" t="t" r="r" b="b"/>
            <a:pathLst>
              <a:path w="3847" h="411" extrusionOk="0">
                <a:moveTo>
                  <a:pt x="1" y="1"/>
                </a:moveTo>
                <a:lnTo>
                  <a:pt x="1" y="410"/>
                </a:lnTo>
                <a:lnTo>
                  <a:pt x="3847" y="410"/>
                </a:lnTo>
                <a:lnTo>
                  <a:pt x="384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1256266" y="1787450"/>
            <a:ext cx="204285" cy="21715"/>
          </a:xfrm>
          <a:custGeom>
            <a:avLst/>
            <a:gdLst/>
            <a:ahLst/>
            <a:cxnLst/>
            <a:rect l="l" t="t" r="r" b="b"/>
            <a:pathLst>
              <a:path w="3847" h="410" extrusionOk="0">
                <a:moveTo>
                  <a:pt x="1" y="0"/>
                </a:moveTo>
                <a:lnTo>
                  <a:pt x="1" y="410"/>
                </a:lnTo>
                <a:lnTo>
                  <a:pt x="3847" y="410"/>
                </a:lnTo>
                <a:lnTo>
                  <a:pt x="3847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1143888" y="1213926"/>
            <a:ext cx="195205" cy="198821"/>
          </a:xfrm>
          <a:custGeom>
            <a:avLst/>
            <a:gdLst/>
            <a:ahLst/>
            <a:cxnLst/>
            <a:rect l="l" t="t" r="r" b="b"/>
            <a:pathLst>
              <a:path w="3676" h="3754" extrusionOk="0">
                <a:moveTo>
                  <a:pt x="0" y="1"/>
                </a:moveTo>
                <a:lnTo>
                  <a:pt x="0" y="3754"/>
                </a:lnTo>
                <a:lnTo>
                  <a:pt x="3675" y="3754"/>
                </a:lnTo>
                <a:lnTo>
                  <a:pt x="367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7382303" y="858166"/>
            <a:ext cx="603882" cy="831299"/>
          </a:xfrm>
          <a:custGeom>
            <a:avLst/>
            <a:gdLst/>
            <a:ahLst/>
            <a:cxnLst/>
            <a:rect l="l" t="t" r="r" b="b"/>
            <a:pathLst>
              <a:path w="11372" h="15696" extrusionOk="0">
                <a:moveTo>
                  <a:pt x="0" y="0"/>
                </a:moveTo>
                <a:lnTo>
                  <a:pt x="0" y="15696"/>
                </a:lnTo>
                <a:lnTo>
                  <a:pt x="11372" y="15696"/>
                </a:lnTo>
                <a:lnTo>
                  <a:pt x="11372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7419744" y="899045"/>
            <a:ext cx="529007" cy="749578"/>
          </a:xfrm>
          <a:custGeom>
            <a:avLst/>
            <a:gdLst/>
            <a:ahLst/>
            <a:cxnLst/>
            <a:rect l="l" t="t" r="r" b="b"/>
            <a:pathLst>
              <a:path w="9962" h="14153" extrusionOk="0">
                <a:moveTo>
                  <a:pt x="1" y="0"/>
                </a:moveTo>
                <a:lnTo>
                  <a:pt x="1" y="14153"/>
                </a:lnTo>
                <a:lnTo>
                  <a:pt x="9961" y="14153"/>
                </a:lnTo>
                <a:lnTo>
                  <a:pt x="996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7577530" y="1276646"/>
            <a:ext cx="213472" cy="21768"/>
          </a:xfrm>
          <a:custGeom>
            <a:avLst/>
            <a:gdLst/>
            <a:ahLst/>
            <a:cxnLst/>
            <a:rect l="l" t="t" r="r" b="b"/>
            <a:pathLst>
              <a:path w="4020" h="411" extrusionOk="0">
                <a:moveTo>
                  <a:pt x="0" y="1"/>
                </a:moveTo>
                <a:lnTo>
                  <a:pt x="0" y="410"/>
                </a:lnTo>
                <a:lnTo>
                  <a:pt x="4019" y="410"/>
                </a:lnTo>
                <a:lnTo>
                  <a:pt x="4019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7467170" y="1229995"/>
            <a:ext cx="434166" cy="21768"/>
          </a:xfrm>
          <a:custGeom>
            <a:avLst/>
            <a:gdLst/>
            <a:ahLst/>
            <a:cxnLst/>
            <a:rect l="l" t="t" r="r" b="b"/>
            <a:pathLst>
              <a:path w="8176" h="411" extrusionOk="0">
                <a:moveTo>
                  <a:pt x="0" y="1"/>
                </a:moveTo>
                <a:lnTo>
                  <a:pt x="0" y="410"/>
                </a:lnTo>
                <a:lnTo>
                  <a:pt x="8176" y="410"/>
                </a:lnTo>
                <a:lnTo>
                  <a:pt x="8176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7465099" y="1347761"/>
            <a:ext cx="204338" cy="21768"/>
          </a:xfrm>
          <a:custGeom>
            <a:avLst/>
            <a:gdLst/>
            <a:ahLst/>
            <a:cxnLst/>
            <a:rect l="l" t="t" r="r" b="b"/>
            <a:pathLst>
              <a:path w="3848" h="411" extrusionOk="0">
                <a:moveTo>
                  <a:pt x="1" y="1"/>
                </a:moveTo>
                <a:lnTo>
                  <a:pt x="1" y="410"/>
                </a:lnTo>
                <a:lnTo>
                  <a:pt x="3847" y="410"/>
                </a:lnTo>
                <a:lnTo>
                  <a:pt x="384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7465099" y="1398330"/>
            <a:ext cx="204338" cy="21768"/>
          </a:xfrm>
          <a:custGeom>
            <a:avLst/>
            <a:gdLst/>
            <a:ahLst/>
            <a:cxnLst/>
            <a:rect l="l" t="t" r="r" b="b"/>
            <a:pathLst>
              <a:path w="3848" h="411" extrusionOk="0">
                <a:moveTo>
                  <a:pt x="1" y="1"/>
                </a:moveTo>
                <a:lnTo>
                  <a:pt x="1" y="410"/>
                </a:lnTo>
                <a:lnTo>
                  <a:pt x="3847" y="410"/>
                </a:lnTo>
                <a:lnTo>
                  <a:pt x="384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7465099" y="1448899"/>
            <a:ext cx="204338" cy="21715"/>
          </a:xfrm>
          <a:custGeom>
            <a:avLst/>
            <a:gdLst/>
            <a:ahLst/>
            <a:cxnLst/>
            <a:rect l="l" t="t" r="r" b="b"/>
            <a:pathLst>
              <a:path w="3848" h="410" extrusionOk="0">
                <a:moveTo>
                  <a:pt x="1" y="1"/>
                </a:moveTo>
                <a:lnTo>
                  <a:pt x="1" y="410"/>
                </a:lnTo>
                <a:lnTo>
                  <a:pt x="3847" y="410"/>
                </a:lnTo>
                <a:lnTo>
                  <a:pt x="384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7465099" y="1499521"/>
            <a:ext cx="204338" cy="21768"/>
          </a:xfrm>
          <a:custGeom>
            <a:avLst/>
            <a:gdLst/>
            <a:ahLst/>
            <a:cxnLst/>
            <a:rect l="l" t="t" r="r" b="b"/>
            <a:pathLst>
              <a:path w="3848" h="411" extrusionOk="0">
                <a:moveTo>
                  <a:pt x="1" y="1"/>
                </a:moveTo>
                <a:lnTo>
                  <a:pt x="1" y="410"/>
                </a:lnTo>
                <a:lnTo>
                  <a:pt x="3847" y="410"/>
                </a:lnTo>
                <a:lnTo>
                  <a:pt x="384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7465099" y="1550090"/>
            <a:ext cx="204338" cy="21768"/>
          </a:xfrm>
          <a:custGeom>
            <a:avLst/>
            <a:gdLst/>
            <a:ahLst/>
            <a:cxnLst/>
            <a:rect l="l" t="t" r="r" b="b"/>
            <a:pathLst>
              <a:path w="3848" h="411" extrusionOk="0">
                <a:moveTo>
                  <a:pt x="1" y="1"/>
                </a:moveTo>
                <a:lnTo>
                  <a:pt x="1" y="410"/>
                </a:lnTo>
                <a:lnTo>
                  <a:pt x="3847" y="410"/>
                </a:lnTo>
                <a:lnTo>
                  <a:pt x="384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7699096" y="1347761"/>
            <a:ext cx="204285" cy="21768"/>
          </a:xfrm>
          <a:custGeom>
            <a:avLst/>
            <a:gdLst/>
            <a:ahLst/>
            <a:cxnLst/>
            <a:rect l="l" t="t" r="r" b="b"/>
            <a:pathLst>
              <a:path w="3847" h="411" extrusionOk="0">
                <a:moveTo>
                  <a:pt x="1" y="1"/>
                </a:moveTo>
                <a:lnTo>
                  <a:pt x="1" y="410"/>
                </a:lnTo>
                <a:lnTo>
                  <a:pt x="3847" y="410"/>
                </a:lnTo>
                <a:lnTo>
                  <a:pt x="384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7699096" y="1398330"/>
            <a:ext cx="204285" cy="21768"/>
          </a:xfrm>
          <a:custGeom>
            <a:avLst/>
            <a:gdLst/>
            <a:ahLst/>
            <a:cxnLst/>
            <a:rect l="l" t="t" r="r" b="b"/>
            <a:pathLst>
              <a:path w="3847" h="411" extrusionOk="0">
                <a:moveTo>
                  <a:pt x="1" y="1"/>
                </a:moveTo>
                <a:lnTo>
                  <a:pt x="1" y="410"/>
                </a:lnTo>
                <a:lnTo>
                  <a:pt x="3847" y="410"/>
                </a:lnTo>
                <a:lnTo>
                  <a:pt x="384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7699096" y="1448899"/>
            <a:ext cx="204285" cy="21715"/>
          </a:xfrm>
          <a:custGeom>
            <a:avLst/>
            <a:gdLst/>
            <a:ahLst/>
            <a:cxnLst/>
            <a:rect l="l" t="t" r="r" b="b"/>
            <a:pathLst>
              <a:path w="3847" h="410" extrusionOk="0">
                <a:moveTo>
                  <a:pt x="1" y="1"/>
                </a:moveTo>
                <a:lnTo>
                  <a:pt x="1" y="410"/>
                </a:lnTo>
                <a:lnTo>
                  <a:pt x="3847" y="410"/>
                </a:lnTo>
                <a:lnTo>
                  <a:pt x="384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7699096" y="1499521"/>
            <a:ext cx="204285" cy="21768"/>
          </a:xfrm>
          <a:custGeom>
            <a:avLst/>
            <a:gdLst/>
            <a:ahLst/>
            <a:cxnLst/>
            <a:rect l="l" t="t" r="r" b="b"/>
            <a:pathLst>
              <a:path w="3847" h="411" extrusionOk="0">
                <a:moveTo>
                  <a:pt x="1" y="1"/>
                </a:moveTo>
                <a:lnTo>
                  <a:pt x="1" y="410"/>
                </a:lnTo>
                <a:lnTo>
                  <a:pt x="3847" y="410"/>
                </a:lnTo>
                <a:lnTo>
                  <a:pt x="384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7699096" y="1550090"/>
            <a:ext cx="204285" cy="21768"/>
          </a:xfrm>
          <a:custGeom>
            <a:avLst/>
            <a:gdLst/>
            <a:ahLst/>
            <a:cxnLst/>
            <a:rect l="l" t="t" r="r" b="b"/>
            <a:pathLst>
              <a:path w="3847" h="411" extrusionOk="0">
                <a:moveTo>
                  <a:pt x="1" y="1"/>
                </a:moveTo>
                <a:lnTo>
                  <a:pt x="1" y="410"/>
                </a:lnTo>
                <a:lnTo>
                  <a:pt x="3847" y="410"/>
                </a:lnTo>
                <a:lnTo>
                  <a:pt x="384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7586718" y="976620"/>
            <a:ext cx="195099" cy="198821"/>
          </a:xfrm>
          <a:custGeom>
            <a:avLst/>
            <a:gdLst/>
            <a:ahLst/>
            <a:cxnLst/>
            <a:rect l="l" t="t" r="r" b="b"/>
            <a:pathLst>
              <a:path w="3674" h="3754" extrusionOk="0">
                <a:moveTo>
                  <a:pt x="0" y="0"/>
                </a:moveTo>
                <a:lnTo>
                  <a:pt x="0" y="3753"/>
                </a:lnTo>
                <a:lnTo>
                  <a:pt x="3674" y="3753"/>
                </a:lnTo>
                <a:lnTo>
                  <a:pt x="367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8078983" y="858166"/>
            <a:ext cx="497624" cy="513101"/>
          </a:xfrm>
          <a:custGeom>
            <a:avLst/>
            <a:gdLst/>
            <a:ahLst/>
            <a:cxnLst/>
            <a:rect l="l" t="t" r="r" b="b"/>
            <a:pathLst>
              <a:path w="9371" h="9688" extrusionOk="0">
                <a:moveTo>
                  <a:pt x="0" y="0"/>
                </a:moveTo>
                <a:lnTo>
                  <a:pt x="0" y="9687"/>
                </a:lnTo>
                <a:lnTo>
                  <a:pt x="9370" y="9687"/>
                </a:lnTo>
                <a:lnTo>
                  <a:pt x="937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8116425" y="899045"/>
            <a:ext cx="422696" cy="431380"/>
          </a:xfrm>
          <a:custGeom>
            <a:avLst/>
            <a:gdLst/>
            <a:ahLst/>
            <a:cxnLst/>
            <a:rect l="l" t="t" r="r" b="b"/>
            <a:pathLst>
              <a:path w="7960" h="8145" extrusionOk="0">
                <a:moveTo>
                  <a:pt x="1" y="0"/>
                </a:moveTo>
                <a:lnTo>
                  <a:pt x="1" y="8145"/>
                </a:lnTo>
                <a:lnTo>
                  <a:pt x="7960" y="8145"/>
                </a:lnTo>
                <a:lnTo>
                  <a:pt x="796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8299278" y="1012415"/>
            <a:ext cx="204285" cy="21715"/>
          </a:xfrm>
          <a:custGeom>
            <a:avLst/>
            <a:gdLst/>
            <a:ahLst/>
            <a:cxnLst/>
            <a:rect l="l" t="t" r="r" b="b"/>
            <a:pathLst>
              <a:path w="3847" h="410" extrusionOk="0">
                <a:moveTo>
                  <a:pt x="0" y="0"/>
                </a:moveTo>
                <a:lnTo>
                  <a:pt x="0" y="409"/>
                </a:lnTo>
                <a:lnTo>
                  <a:pt x="3846" y="409"/>
                </a:lnTo>
                <a:lnTo>
                  <a:pt x="384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8299278" y="1062931"/>
            <a:ext cx="204285" cy="21768"/>
          </a:xfrm>
          <a:custGeom>
            <a:avLst/>
            <a:gdLst/>
            <a:ahLst/>
            <a:cxnLst/>
            <a:rect l="l" t="t" r="r" b="b"/>
            <a:pathLst>
              <a:path w="3847" h="411" extrusionOk="0">
                <a:moveTo>
                  <a:pt x="0" y="1"/>
                </a:moveTo>
                <a:lnTo>
                  <a:pt x="0" y="410"/>
                </a:lnTo>
                <a:lnTo>
                  <a:pt x="3846" y="410"/>
                </a:lnTo>
                <a:lnTo>
                  <a:pt x="384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8299278" y="1113607"/>
            <a:ext cx="204285" cy="21715"/>
          </a:xfrm>
          <a:custGeom>
            <a:avLst/>
            <a:gdLst/>
            <a:ahLst/>
            <a:cxnLst/>
            <a:rect l="l" t="t" r="r" b="b"/>
            <a:pathLst>
              <a:path w="3847" h="410" extrusionOk="0">
                <a:moveTo>
                  <a:pt x="0" y="0"/>
                </a:moveTo>
                <a:lnTo>
                  <a:pt x="0" y="410"/>
                </a:lnTo>
                <a:lnTo>
                  <a:pt x="3846" y="410"/>
                </a:lnTo>
                <a:lnTo>
                  <a:pt x="384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8299278" y="1164123"/>
            <a:ext cx="204285" cy="21768"/>
          </a:xfrm>
          <a:custGeom>
            <a:avLst/>
            <a:gdLst/>
            <a:ahLst/>
            <a:cxnLst/>
            <a:rect l="l" t="t" r="r" b="b"/>
            <a:pathLst>
              <a:path w="3847" h="411" extrusionOk="0">
                <a:moveTo>
                  <a:pt x="0" y="1"/>
                </a:moveTo>
                <a:lnTo>
                  <a:pt x="0" y="410"/>
                </a:lnTo>
                <a:lnTo>
                  <a:pt x="3846" y="410"/>
                </a:lnTo>
                <a:lnTo>
                  <a:pt x="384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8299278" y="1214692"/>
            <a:ext cx="204285" cy="21768"/>
          </a:xfrm>
          <a:custGeom>
            <a:avLst/>
            <a:gdLst/>
            <a:ahLst/>
            <a:cxnLst/>
            <a:rect l="l" t="t" r="r" b="b"/>
            <a:pathLst>
              <a:path w="3847" h="411" extrusionOk="0">
                <a:moveTo>
                  <a:pt x="0" y="1"/>
                </a:moveTo>
                <a:lnTo>
                  <a:pt x="0" y="410"/>
                </a:lnTo>
                <a:lnTo>
                  <a:pt x="3846" y="410"/>
                </a:lnTo>
                <a:lnTo>
                  <a:pt x="384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8152007" y="1009079"/>
            <a:ext cx="118206" cy="227580"/>
          </a:xfrm>
          <a:custGeom>
            <a:avLst/>
            <a:gdLst/>
            <a:ahLst/>
            <a:cxnLst/>
            <a:rect l="l" t="t" r="r" b="b"/>
            <a:pathLst>
              <a:path w="2226" h="4297" extrusionOk="0">
                <a:moveTo>
                  <a:pt x="1" y="1"/>
                </a:moveTo>
                <a:lnTo>
                  <a:pt x="1" y="4296"/>
                </a:lnTo>
                <a:lnTo>
                  <a:pt x="2225" y="4296"/>
                </a:lnTo>
                <a:lnTo>
                  <a:pt x="222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2"/>
          <p:cNvGrpSpPr/>
          <p:nvPr/>
        </p:nvGrpSpPr>
        <p:grpSpPr>
          <a:xfrm>
            <a:off x="3514251" y="-107330"/>
            <a:ext cx="2115497" cy="440954"/>
            <a:chOff x="2871350" y="-9530"/>
            <a:chExt cx="2115497" cy="440954"/>
          </a:xfrm>
        </p:grpSpPr>
        <p:sp>
          <p:nvSpPr>
            <p:cNvPr id="64" name="Google Shape;64;p2"/>
            <p:cNvSpPr/>
            <p:nvPr/>
          </p:nvSpPr>
          <p:spPr>
            <a:xfrm>
              <a:off x="2871350" y="177253"/>
              <a:ext cx="2115497" cy="254172"/>
            </a:xfrm>
            <a:custGeom>
              <a:avLst/>
              <a:gdLst/>
              <a:ahLst/>
              <a:cxnLst/>
              <a:rect l="l" t="t" r="r" b="b"/>
              <a:pathLst>
                <a:path w="39838" h="3551" extrusionOk="0">
                  <a:moveTo>
                    <a:pt x="5462" y="0"/>
                  </a:moveTo>
                  <a:cubicBezTo>
                    <a:pt x="3101" y="0"/>
                    <a:pt x="960" y="1391"/>
                    <a:pt x="1" y="3550"/>
                  </a:cubicBezTo>
                  <a:lnTo>
                    <a:pt x="39837" y="3550"/>
                  </a:lnTo>
                  <a:cubicBezTo>
                    <a:pt x="38878" y="1391"/>
                    <a:pt x="36738" y="0"/>
                    <a:pt x="343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3427496" y="-9530"/>
              <a:ext cx="53" cy="219730"/>
            </a:xfrm>
            <a:custGeom>
              <a:avLst/>
              <a:gdLst/>
              <a:ahLst/>
              <a:cxnLst/>
              <a:rect l="l" t="t" r="r" b="b"/>
              <a:pathLst>
                <a:path w="1" h="7000" fill="none" extrusionOk="0">
                  <a:moveTo>
                    <a:pt x="1" y="7000"/>
                  </a:moveTo>
                  <a:lnTo>
                    <a:pt x="1" y="0"/>
                  </a:lnTo>
                </a:path>
              </a:pathLst>
            </a:custGeom>
            <a:noFill/>
            <a:ln w="14100" cap="flat" cmpd="sng">
              <a:solidFill>
                <a:schemeClr val="accent1"/>
              </a:solidFill>
              <a:prstDash val="solid"/>
              <a:miter lim="141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4430772" y="-9530"/>
              <a:ext cx="53" cy="219730"/>
            </a:xfrm>
            <a:custGeom>
              <a:avLst/>
              <a:gdLst/>
              <a:ahLst/>
              <a:cxnLst/>
              <a:rect l="l" t="t" r="r" b="b"/>
              <a:pathLst>
                <a:path w="1" h="7000" fill="none" extrusionOk="0">
                  <a:moveTo>
                    <a:pt x="1" y="7000"/>
                  </a:moveTo>
                  <a:lnTo>
                    <a:pt x="1" y="0"/>
                  </a:lnTo>
                </a:path>
              </a:pathLst>
            </a:custGeom>
            <a:noFill/>
            <a:ln w="14100" cap="flat" cmpd="sng">
              <a:solidFill>
                <a:schemeClr val="accent1"/>
              </a:solidFill>
              <a:prstDash val="solid"/>
              <a:miter lim="141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7" name="Google Shape;67;p2"/>
          <p:cNvSpPr/>
          <p:nvPr/>
        </p:nvSpPr>
        <p:spPr>
          <a:xfrm>
            <a:off x="8339777" y="1928620"/>
            <a:ext cx="797546" cy="557589"/>
          </a:xfrm>
          <a:custGeom>
            <a:avLst/>
            <a:gdLst/>
            <a:ahLst/>
            <a:cxnLst/>
            <a:rect l="l" t="t" r="r" b="b"/>
            <a:pathLst>
              <a:path w="15019" h="10528" extrusionOk="0">
                <a:moveTo>
                  <a:pt x="653" y="0"/>
                </a:moveTo>
                <a:cubicBezTo>
                  <a:pt x="292" y="0"/>
                  <a:pt x="0" y="291"/>
                  <a:pt x="0" y="653"/>
                </a:cubicBezTo>
                <a:lnTo>
                  <a:pt x="0" y="9874"/>
                </a:lnTo>
                <a:cubicBezTo>
                  <a:pt x="0" y="10236"/>
                  <a:pt x="292" y="10527"/>
                  <a:pt x="653" y="10527"/>
                </a:cubicBezTo>
                <a:lnTo>
                  <a:pt x="14365" y="10527"/>
                </a:lnTo>
                <a:cubicBezTo>
                  <a:pt x="14726" y="10527"/>
                  <a:pt x="15018" y="10236"/>
                  <a:pt x="15018" y="9874"/>
                </a:cubicBezTo>
                <a:lnTo>
                  <a:pt x="15018" y="653"/>
                </a:lnTo>
                <a:cubicBezTo>
                  <a:pt x="15018" y="291"/>
                  <a:pt x="14726" y="0"/>
                  <a:pt x="1436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8667139" y="2297537"/>
            <a:ext cx="213207" cy="254167"/>
          </a:xfrm>
          <a:custGeom>
            <a:avLst/>
            <a:gdLst/>
            <a:ahLst/>
            <a:cxnLst/>
            <a:rect l="l" t="t" r="r" b="b"/>
            <a:pathLst>
              <a:path w="4015" h="4799" extrusionOk="0">
                <a:moveTo>
                  <a:pt x="261" y="0"/>
                </a:moveTo>
                <a:cubicBezTo>
                  <a:pt x="115" y="0"/>
                  <a:pt x="0" y="126"/>
                  <a:pt x="13" y="271"/>
                </a:cubicBezTo>
                <a:lnTo>
                  <a:pt x="392" y="4799"/>
                </a:lnTo>
                <a:lnTo>
                  <a:pt x="4015" y="4799"/>
                </a:lnTo>
                <a:lnTo>
                  <a:pt x="2886" y="190"/>
                </a:lnTo>
                <a:cubicBezTo>
                  <a:pt x="2857" y="78"/>
                  <a:pt x="2757" y="0"/>
                  <a:pt x="2642" y="0"/>
                </a:cubicBezTo>
                <a:lnTo>
                  <a:pt x="263" y="0"/>
                </a:lnTo>
                <a:cubicBezTo>
                  <a:pt x="263" y="0"/>
                  <a:pt x="262" y="0"/>
                  <a:pt x="26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2"/>
          <p:cNvSpPr/>
          <p:nvPr/>
        </p:nvSpPr>
        <p:spPr>
          <a:xfrm>
            <a:off x="8548388" y="2523907"/>
            <a:ext cx="429228" cy="29871"/>
          </a:xfrm>
          <a:custGeom>
            <a:avLst/>
            <a:gdLst/>
            <a:ahLst/>
            <a:cxnLst/>
            <a:rect l="l" t="t" r="r" b="b"/>
            <a:pathLst>
              <a:path w="8083" h="564" extrusionOk="0">
                <a:moveTo>
                  <a:pt x="0" y="1"/>
                </a:moveTo>
                <a:lnTo>
                  <a:pt x="0" y="563"/>
                </a:lnTo>
                <a:lnTo>
                  <a:pt x="8082" y="563"/>
                </a:lnTo>
                <a:lnTo>
                  <a:pt x="8082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2"/>
          <p:cNvSpPr/>
          <p:nvPr/>
        </p:nvSpPr>
        <p:spPr>
          <a:xfrm>
            <a:off x="8548388" y="2523907"/>
            <a:ext cx="75883" cy="29871"/>
          </a:xfrm>
          <a:custGeom>
            <a:avLst/>
            <a:gdLst/>
            <a:ahLst/>
            <a:cxnLst/>
            <a:rect l="l" t="t" r="r" b="b"/>
            <a:pathLst>
              <a:path w="1429" h="564" extrusionOk="0">
                <a:moveTo>
                  <a:pt x="0" y="1"/>
                </a:moveTo>
                <a:lnTo>
                  <a:pt x="0" y="563"/>
                </a:lnTo>
                <a:lnTo>
                  <a:pt x="1428" y="563"/>
                </a:lnTo>
                <a:lnTo>
                  <a:pt x="1428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2"/>
          <p:cNvSpPr/>
          <p:nvPr/>
        </p:nvSpPr>
        <p:spPr>
          <a:xfrm>
            <a:off x="6425526" y="2701402"/>
            <a:ext cx="2947083" cy="1541527"/>
          </a:xfrm>
          <a:custGeom>
            <a:avLst/>
            <a:gdLst/>
            <a:ahLst/>
            <a:cxnLst/>
            <a:rect l="l" t="t" r="r" b="b"/>
            <a:pathLst>
              <a:path w="55498" h="29106" extrusionOk="0">
                <a:moveTo>
                  <a:pt x="0" y="1"/>
                </a:moveTo>
                <a:lnTo>
                  <a:pt x="0" y="29106"/>
                </a:lnTo>
                <a:lnTo>
                  <a:pt x="55498" y="29106"/>
                </a:lnTo>
                <a:lnTo>
                  <a:pt x="5549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2"/>
          <p:cNvSpPr/>
          <p:nvPr/>
        </p:nvSpPr>
        <p:spPr>
          <a:xfrm>
            <a:off x="6425526" y="4039977"/>
            <a:ext cx="2947083" cy="202687"/>
          </a:xfrm>
          <a:custGeom>
            <a:avLst/>
            <a:gdLst/>
            <a:ahLst/>
            <a:cxnLst/>
            <a:rect l="l" t="t" r="r" b="b"/>
            <a:pathLst>
              <a:path w="55498" h="3827" extrusionOk="0">
                <a:moveTo>
                  <a:pt x="0" y="0"/>
                </a:moveTo>
                <a:lnTo>
                  <a:pt x="0" y="3827"/>
                </a:lnTo>
                <a:lnTo>
                  <a:pt x="55498" y="3827"/>
                </a:lnTo>
                <a:lnTo>
                  <a:pt x="5549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2"/>
          <p:cNvSpPr/>
          <p:nvPr/>
        </p:nvSpPr>
        <p:spPr>
          <a:xfrm>
            <a:off x="6310014" y="2554248"/>
            <a:ext cx="3062527" cy="202740"/>
          </a:xfrm>
          <a:custGeom>
            <a:avLst/>
            <a:gdLst/>
            <a:ahLst/>
            <a:cxnLst/>
            <a:rect l="l" t="t" r="r" b="b"/>
            <a:pathLst>
              <a:path w="57672" h="3828" extrusionOk="0">
                <a:moveTo>
                  <a:pt x="1" y="0"/>
                </a:moveTo>
                <a:lnTo>
                  <a:pt x="1" y="3828"/>
                </a:lnTo>
                <a:lnTo>
                  <a:pt x="57671" y="3828"/>
                </a:lnTo>
                <a:lnTo>
                  <a:pt x="5767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2"/>
          <p:cNvSpPr txBox="1">
            <a:spLocks noGrp="1"/>
          </p:cNvSpPr>
          <p:nvPr>
            <p:ph type="subTitle" idx="1"/>
          </p:nvPr>
        </p:nvSpPr>
        <p:spPr>
          <a:xfrm>
            <a:off x="2273100" y="3604450"/>
            <a:ext cx="4597800" cy="4116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75" name="Google Shape;75;p2"/>
          <p:cNvSpPr txBox="1">
            <a:spLocks noGrp="1"/>
          </p:cNvSpPr>
          <p:nvPr>
            <p:ph type="ctrTitle"/>
          </p:nvPr>
        </p:nvSpPr>
        <p:spPr>
          <a:xfrm>
            <a:off x="2052150" y="1127450"/>
            <a:ext cx="5039700" cy="246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"/>
          <p:cNvSpPr/>
          <p:nvPr/>
        </p:nvSpPr>
        <p:spPr>
          <a:xfrm>
            <a:off x="-45750" y="4286250"/>
            <a:ext cx="9235500" cy="866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8287250" y="2630556"/>
            <a:ext cx="603261" cy="612933"/>
          </a:xfrm>
          <a:custGeom>
            <a:avLst/>
            <a:gdLst/>
            <a:ahLst/>
            <a:cxnLst/>
            <a:rect l="l" t="t" r="r" b="b"/>
            <a:pathLst>
              <a:path w="10541" h="10710" extrusionOk="0">
                <a:moveTo>
                  <a:pt x="3783" y="1"/>
                </a:moveTo>
                <a:cubicBezTo>
                  <a:pt x="3499" y="1"/>
                  <a:pt x="2763" y="236"/>
                  <a:pt x="2846" y="3430"/>
                </a:cubicBezTo>
                <a:cubicBezTo>
                  <a:pt x="2929" y="6666"/>
                  <a:pt x="3347" y="8227"/>
                  <a:pt x="4017" y="9956"/>
                </a:cubicBezTo>
                <a:cubicBezTo>
                  <a:pt x="4017" y="9956"/>
                  <a:pt x="3486" y="9426"/>
                  <a:pt x="2595" y="7920"/>
                </a:cubicBezTo>
                <a:cubicBezTo>
                  <a:pt x="1719" y="6442"/>
                  <a:pt x="1213" y="5664"/>
                  <a:pt x="639" y="5664"/>
                </a:cubicBezTo>
                <a:cubicBezTo>
                  <a:pt x="629" y="5664"/>
                  <a:pt x="618" y="5664"/>
                  <a:pt x="607" y="5664"/>
                </a:cubicBezTo>
                <a:cubicBezTo>
                  <a:pt x="22" y="5693"/>
                  <a:pt x="1" y="6665"/>
                  <a:pt x="781" y="7920"/>
                </a:cubicBezTo>
                <a:cubicBezTo>
                  <a:pt x="1563" y="9175"/>
                  <a:pt x="2344" y="10067"/>
                  <a:pt x="3989" y="10485"/>
                </a:cubicBezTo>
                <a:cubicBezTo>
                  <a:pt x="3989" y="10485"/>
                  <a:pt x="3915" y="10710"/>
                  <a:pt x="4771" y="10710"/>
                </a:cubicBezTo>
                <a:cubicBezTo>
                  <a:pt x="5085" y="10710"/>
                  <a:pt x="5523" y="10680"/>
                  <a:pt x="6136" y="10597"/>
                </a:cubicBezTo>
                <a:cubicBezTo>
                  <a:pt x="10235" y="8506"/>
                  <a:pt x="10541" y="5912"/>
                  <a:pt x="9984" y="5662"/>
                </a:cubicBezTo>
                <a:cubicBezTo>
                  <a:pt x="9963" y="5652"/>
                  <a:pt x="9940" y="5648"/>
                  <a:pt x="9916" y="5648"/>
                </a:cubicBezTo>
                <a:cubicBezTo>
                  <a:pt x="9277" y="5648"/>
                  <a:pt x="7348" y="8664"/>
                  <a:pt x="5523" y="9845"/>
                </a:cubicBezTo>
                <a:cubicBezTo>
                  <a:pt x="7251" y="7223"/>
                  <a:pt x="9399" y="2874"/>
                  <a:pt x="8757" y="2205"/>
                </a:cubicBezTo>
                <a:cubicBezTo>
                  <a:pt x="8652" y="2095"/>
                  <a:pt x="8497" y="2032"/>
                  <a:pt x="8311" y="2032"/>
                </a:cubicBezTo>
                <a:cubicBezTo>
                  <a:pt x="7782" y="2032"/>
                  <a:pt x="6997" y="2539"/>
                  <a:pt x="6357" y="3921"/>
                </a:cubicBezTo>
                <a:cubicBezTo>
                  <a:pt x="5493" y="5789"/>
                  <a:pt x="5607" y="8339"/>
                  <a:pt x="4880" y="9705"/>
                </a:cubicBezTo>
                <a:cubicBezTo>
                  <a:pt x="4880" y="9705"/>
                  <a:pt x="5026" y="6730"/>
                  <a:pt x="4969" y="4890"/>
                </a:cubicBezTo>
                <a:cubicBezTo>
                  <a:pt x="4912" y="3049"/>
                  <a:pt x="4289" y="11"/>
                  <a:pt x="3793" y="1"/>
                </a:cubicBezTo>
                <a:cubicBezTo>
                  <a:pt x="3790" y="1"/>
                  <a:pt x="3786" y="1"/>
                  <a:pt x="378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8296120" y="3206686"/>
            <a:ext cx="535444" cy="469916"/>
          </a:xfrm>
          <a:custGeom>
            <a:avLst/>
            <a:gdLst/>
            <a:ahLst/>
            <a:cxnLst/>
            <a:rect l="l" t="t" r="r" b="b"/>
            <a:pathLst>
              <a:path w="9356" h="8211" extrusionOk="0">
                <a:moveTo>
                  <a:pt x="935" y="0"/>
                </a:moveTo>
                <a:cubicBezTo>
                  <a:pt x="558" y="0"/>
                  <a:pt x="126" y="251"/>
                  <a:pt x="126" y="614"/>
                </a:cubicBezTo>
                <a:cubicBezTo>
                  <a:pt x="0" y="2539"/>
                  <a:pt x="393" y="7674"/>
                  <a:pt x="3166" y="8080"/>
                </a:cubicBezTo>
                <a:cubicBezTo>
                  <a:pt x="3699" y="8155"/>
                  <a:pt x="4296" y="8211"/>
                  <a:pt x="4921" y="8211"/>
                </a:cubicBezTo>
                <a:cubicBezTo>
                  <a:pt x="5548" y="8211"/>
                  <a:pt x="6203" y="8154"/>
                  <a:pt x="6850" y="8003"/>
                </a:cubicBezTo>
                <a:cubicBezTo>
                  <a:pt x="8398" y="7334"/>
                  <a:pt x="9356" y="5466"/>
                  <a:pt x="9272" y="697"/>
                </a:cubicBezTo>
                <a:cubicBezTo>
                  <a:pt x="9272" y="363"/>
                  <a:pt x="9175" y="0"/>
                  <a:pt x="86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7868358" y="3630180"/>
            <a:ext cx="1321374" cy="741801"/>
          </a:xfrm>
          <a:custGeom>
            <a:avLst/>
            <a:gdLst/>
            <a:ahLst/>
            <a:cxnLst/>
            <a:rect l="l" t="t" r="r" b="b"/>
            <a:pathLst>
              <a:path w="60704" h="27788" extrusionOk="0">
                <a:moveTo>
                  <a:pt x="1" y="0"/>
                </a:moveTo>
                <a:lnTo>
                  <a:pt x="1" y="27788"/>
                </a:lnTo>
                <a:lnTo>
                  <a:pt x="60703" y="27788"/>
                </a:lnTo>
                <a:lnTo>
                  <a:pt x="6070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7840819" y="3630175"/>
            <a:ext cx="1348932" cy="199868"/>
          </a:xfrm>
          <a:custGeom>
            <a:avLst/>
            <a:gdLst/>
            <a:ahLst/>
            <a:cxnLst/>
            <a:rect l="l" t="t" r="r" b="b"/>
            <a:pathLst>
              <a:path w="61970" h="3670" extrusionOk="0">
                <a:moveTo>
                  <a:pt x="1" y="0"/>
                </a:moveTo>
                <a:lnTo>
                  <a:pt x="1" y="3669"/>
                </a:lnTo>
                <a:lnTo>
                  <a:pt x="61969" y="3669"/>
                </a:lnTo>
                <a:lnTo>
                  <a:pt x="6196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3"/>
          <p:cNvSpPr/>
          <p:nvPr/>
        </p:nvSpPr>
        <p:spPr>
          <a:xfrm flipH="1">
            <a:off x="-64700" y="1216375"/>
            <a:ext cx="2033799" cy="3274353"/>
          </a:xfrm>
          <a:custGeom>
            <a:avLst/>
            <a:gdLst/>
            <a:ahLst/>
            <a:cxnLst/>
            <a:rect l="l" t="t" r="r" b="b"/>
            <a:pathLst>
              <a:path w="45845" h="60124" extrusionOk="0">
                <a:moveTo>
                  <a:pt x="0" y="1"/>
                </a:moveTo>
                <a:lnTo>
                  <a:pt x="0" y="60124"/>
                </a:lnTo>
                <a:lnTo>
                  <a:pt x="45844" y="60124"/>
                </a:lnTo>
                <a:lnTo>
                  <a:pt x="4584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3"/>
          <p:cNvSpPr/>
          <p:nvPr/>
        </p:nvSpPr>
        <p:spPr>
          <a:xfrm flipH="1">
            <a:off x="-64692" y="1342600"/>
            <a:ext cx="1897041" cy="3125133"/>
          </a:xfrm>
          <a:custGeom>
            <a:avLst/>
            <a:gdLst/>
            <a:ahLst/>
            <a:cxnLst/>
            <a:rect l="l" t="t" r="r" b="b"/>
            <a:pathLst>
              <a:path w="43756" h="57384" extrusionOk="0">
                <a:moveTo>
                  <a:pt x="1" y="1"/>
                </a:moveTo>
                <a:lnTo>
                  <a:pt x="1" y="57384"/>
                </a:lnTo>
                <a:lnTo>
                  <a:pt x="43755" y="57384"/>
                </a:lnTo>
                <a:lnTo>
                  <a:pt x="4375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3"/>
          <p:cNvSpPr/>
          <p:nvPr/>
        </p:nvSpPr>
        <p:spPr>
          <a:xfrm flipH="1">
            <a:off x="-16539" y="2719280"/>
            <a:ext cx="197472" cy="279924"/>
          </a:xfrm>
          <a:custGeom>
            <a:avLst/>
            <a:gdLst/>
            <a:ahLst/>
            <a:cxnLst/>
            <a:rect l="l" t="t" r="r" b="b"/>
            <a:pathLst>
              <a:path w="3626" h="5140" extrusionOk="0">
                <a:moveTo>
                  <a:pt x="0" y="0"/>
                </a:moveTo>
                <a:lnTo>
                  <a:pt x="0" y="5140"/>
                </a:lnTo>
                <a:lnTo>
                  <a:pt x="3625" y="5140"/>
                </a:lnTo>
                <a:lnTo>
                  <a:pt x="362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3"/>
          <p:cNvSpPr/>
          <p:nvPr/>
        </p:nvSpPr>
        <p:spPr>
          <a:xfrm flipH="1">
            <a:off x="221174" y="2719280"/>
            <a:ext cx="197472" cy="279924"/>
          </a:xfrm>
          <a:custGeom>
            <a:avLst/>
            <a:gdLst/>
            <a:ahLst/>
            <a:cxnLst/>
            <a:rect l="l" t="t" r="r" b="b"/>
            <a:pathLst>
              <a:path w="3626" h="5140" extrusionOk="0">
                <a:moveTo>
                  <a:pt x="1" y="0"/>
                </a:moveTo>
                <a:lnTo>
                  <a:pt x="1" y="5140"/>
                </a:lnTo>
                <a:lnTo>
                  <a:pt x="3626" y="5140"/>
                </a:lnTo>
                <a:lnTo>
                  <a:pt x="362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3"/>
          <p:cNvSpPr/>
          <p:nvPr/>
        </p:nvSpPr>
        <p:spPr>
          <a:xfrm flipH="1">
            <a:off x="458833" y="2719280"/>
            <a:ext cx="197526" cy="279924"/>
          </a:xfrm>
          <a:custGeom>
            <a:avLst/>
            <a:gdLst/>
            <a:ahLst/>
            <a:cxnLst/>
            <a:rect l="l" t="t" r="r" b="b"/>
            <a:pathLst>
              <a:path w="3627" h="5140" extrusionOk="0">
                <a:moveTo>
                  <a:pt x="1" y="0"/>
                </a:moveTo>
                <a:lnTo>
                  <a:pt x="1" y="5140"/>
                </a:lnTo>
                <a:lnTo>
                  <a:pt x="3626" y="5140"/>
                </a:lnTo>
                <a:lnTo>
                  <a:pt x="362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3"/>
          <p:cNvSpPr/>
          <p:nvPr/>
        </p:nvSpPr>
        <p:spPr>
          <a:xfrm flipH="1">
            <a:off x="696493" y="2719280"/>
            <a:ext cx="197472" cy="279924"/>
          </a:xfrm>
          <a:custGeom>
            <a:avLst/>
            <a:gdLst/>
            <a:ahLst/>
            <a:cxnLst/>
            <a:rect l="l" t="t" r="r" b="b"/>
            <a:pathLst>
              <a:path w="3626" h="5140" extrusionOk="0">
                <a:moveTo>
                  <a:pt x="1" y="0"/>
                </a:moveTo>
                <a:lnTo>
                  <a:pt x="1" y="5140"/>
                </a:lnTo>
                <a:lnTo>
                  <a:pt x="3626" y="5140"/>
                </a:lnTo>
                <a:lnTo>
                  <a:pt x="362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3"/>
          <p:cNvSpPr/>
          <p:nvPr/>
        </p:nvSpPr>
        <p:spPr>
          <a:xfrm flipH="1">
            <a:off x="934152" y="2719280"/>
            <a:ext cx="197526" cy="279924"/>
          </a:xfrm>
          <a:custGeom>
            <a:avLst/>
            <a:gdLst/>
            <a:ahLst/>
            <a:cxnLst/>
            <a:rect l="l" t="t" r="r" b="b"/>
            <a:pathLst>
              <a:path w="3627" h="5140" extrusionOk="0">
                <a:moveTo>
                  <a:pt x="1" y="0"/>
                </a:moveTo>
                <a:lnTo>
                  <a:pt x="1" y="5140"/>
                </a:lnTo>
                <a:lnTo>
                  <a:pt x="3626" y="5140"/>
                </a:lnTo>
                <a:lnTo>
                  <a:pt x="362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3"/>
          <p:cNvSpPr/>
          <p:nvPr/>
        </p:nvSpPr>
        <p:spPr>
          <a:xfrm flipH="1">
            <a:off x="1171865" y="2719280"/>
            <a:ext cx="197472" cy="279924"/>
          </a:xfrm>
          <a:custGeom>
            <a:avLst/>
            <a:gdLst/>
            <a:ahLst/>
            <a:cxnLst/>
            <a:rect l="l" t="t" r="r" b="b"/>
            <a:pathLst>
              <a:path w="3626" h="5140" extrusionOk="0">
                <a:moveTo>
                  <a:pt x="0" y="0"/>
                </a:moveTo>
                <a:lnTo>
                  <a:pt x="0" y="5140"/>
                </a:lnTo>
                <a:lnTo>
                  <a:pt x="3625" y="5140"/>
                </a:lnTo>
                <a:lnTo>
                  <a:pt x="362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3"/>
          <p:cNvSpPr/>
          <p:nvPr/>
        </p:nvSpPr>
        <p:spPr>
          <a:xfrm flipH="1">
            <a:off x="1409579" y="2719280"/>
            <a:ext cx="197472" cy="279924"/>
          </a:xfrm>
          <a:custGeom>
            <a:avLst/>
            <a:gdLst/>
            <a:ahLst/>
            <a:cxnLst/>
            <a:rect l="l" t="t" r="r" b="b"/>
            <a:pathLst>
              <a:path w="3626" h="5140" extrusionOk="0">
                <a:moveTo>
                  <a:pt x="0" y="0"/>
                </a:moveTo>
                <a:lnTo>
                  <a:pt x="0" y="5140"/>
                </a:lnTo>
                <a:lnTo>
                  <a:pt x="3626" y="5140"/>
                </a:lnTo>
                <a:lnTo>
                  <a:pt x="362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3"/>
          <p:cNvSpPr/>
          <p:nvPr/>
        </p:nvSpPr>
        <p:spPr>
          <a:xfrm flipH="1">
            <a:off x="1620119" y="1508929"/>
            <a:ext cx="127110" cy="363085"/>
          </a:xfrm>
          <a:custGeom>
            <a:avLst/>
            <a:gdLst/>
            <a:ahLst/>
            <a:cxnLst/>
            <a:rect l="l" t="t" r="r" b="b"/>
            <a:pathLst>
              <a:path w="2334" h="6667" extrusionOk="0">
                <a:moveTo>
                  <a:pt x="0" y="1"/>
                </a:moveTo>
                <a:lnTo>
                  <a:pt x="0" y="6666"/>
                </a:lnTo>
                <a:lnTo>
                  <a:pt x="2334" y="6666"/>
                </a:lnTo>
                <a:lnTo>
                  <a:pt x="233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3"/>
          <p:cNvSpPr/>
          <p:nvPr/>
        </p:nvSpPr>
        <p:spPr>
          <a:xfrm flipH="1">
            <a:off x="1647676" y="2092892"/>
            <a:ext cx="99553" cy="363030"/>
          </a:xfrm>
          <a:custGeom>
            <a:avLst/>
            <a:gdLst/>
            <a:ahLst/>
            <a:cxnLst/>
            <a:rect l="l" t="t" r="r" b="b"/>
            <a:pathLst>
              <a:path w="1828" h="6666" extrusionOk="0">
                <a:moveTo>
                  <a:pt x="0" y="1"/>
                </a:moveTo>
                <a:lnTo>
                  <a:pt x="0" y="6666"/>
                </a:lnTo>
                <a:lnTo>
                  <a:pt x="1828" y="6666"/>
                </a:lnTo>
                <a:lnTo>
                  <a:pt x="1828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3"/>
          <p:cNvSpPr/>
          <p:nvPr/>
        </p:nvSpPr>
        <p:spPr>
          <a:xfrm flipH="1">
            <a:off x="1088649" y="2349122"/>
            <a:ext cx="363030" cy="99553"/>
          </a:xfrm>
          <a:custGeom>
            <a:avLst/>
            <a:gdLst/>
            <a:ahLst/>
            <a:cxnLst/>
            <a:rect l="l" t="t" r="r" b="b"/>
            <a:pathLst>
              <a:path w="6666" h="1828" extrusionOk="0">
                <a:moveTo>
                  <a:pt x="1" y="0"/>
                </a:moveTo>
                <a:lnTo>
                  <a:pt x="1" y="1828"/>
                </a:lnTo>
                <a:lnTo>
                  <a:pt x="6666" y="1828"/>
                </a:lnTo>
                <a:lnTo>
                  <a:pt x="666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"/>
          <p:cNvSpPr/>
          <p:nvPr/>
        </p:nvSpPr>
        <p:spPr>
          <a:xfrm flipH="1">
            <a:off x="1499166" y="2175833"/>
            <a:ext cx="99553" cy="280088"/>
          </a:xfrm>
          <a:custGeom>
            <a:avLst/>
            <a:gdLst/>
            <a:ahLst/>
            <a:cxnLst/>
            <a:rect l="l" t="t" r="r" b="b"/>
            <a:pathLst>
              <a:path w="1828" h="5143" extrusionOk="0">
                <a:moveTo>
                  <a:pt x="0" y="0"/>
                </a:moveTo>
                <a:lnTo>
                  <a:pt x="0" y="5143"/>
                </a:lnTo>
                <a:lnTo>
                  <a:pt x="1828" y="5143"/>
                </a:lnTo>
                <a:lnTo>
                  <a:pt x="182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3"/>
          <p:cNvSpPr/>
          <p:nvPr/>
        </p:nvSpPr>
        <p:spPr>
          <a:xfrm flipH="1">
            <a:off x="640945" y="2119904"/>
            <a:ext cx="170460" cy="336018"/>
          </a:xfrm>
          <a:custGeom>
            <a:avLst/>
            <a:gdLst/>
            <a:ahLst/>
            <a:cxnLst/>
            <a:rect l="l" t="t" r="r" b="b"/>
            <a:pathLst>
              <a:path w="3130" h="6170" extrusionOk="0">
                <a:moveTo>
                  <a:pt x="0" y="0"/>
                </a:moveTo>
                <a:lnTo>
                  <a:pt x="0" y="6170"/>
                </a:lnTo>
                <a:lnTo>
                  <a:pt x="3130" y="6170"/>
                </a:lnTo>
                <a:lnTo>
                  <a:pt x="3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3"/>
          <p:cNvSpPr/>
          <p:nvPr/>
        </p:nvSpPr>
        <p:spPr>
          <a:xfrm flipH="1">
            <a:off x="-16158" y="2119904"/>
            <a:ext cx="170514" cy="336018"/>
          </a:xfrm>
          <a:custGeom>
            <a:avLst/>
            <a:gdLst/>
            <a:ahLst/>
            <a:cxnLst/>
            <a:rect l="l" t="t" r="r" b="b"/>
            <a:pathLst>
              <a:path w="3131" h="6170" extrusionOk="0">
                <a:moveTo>
                  <a:pt x="1" y="0"/>
                </a:moveTo>
                <a:lnTo>
                  <a:pt x="1" y="6170"/>
                </a:lnTo>
                <a:lnTo>
                  <a:pt x="3130" y="6170"/>
                </a:lnTo>
                <a:lnTo>
                  <a:pt x="3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"/>
          <p:cNvSpPr/>
          <p:nvPr/>
        </p:nvSpPr>
        <p:spPr>
          <a:xfrm flipH="1">
            <a:off x="470271" y="2220054"/>
            <a:ext cx="148785" cy="235866"/>
          </a:xfrm>
          <a:custGeom>
            <a:avLst/>
            <a:gdLst/>
            <a:ahLst/>
            <a:cxnLst/>
            <a:rect l="l" t="t" r="r" b="b"/>
            <a:pathLst>
              <a:path w="2732" h="4331" extrusionOk="0">
                <a:moveTo>
                  <a:pt x="0" y="0"/>
                </a:moveTo>
                <a:lnTo>
                  <a:pt x="0" y="4331"/>
                </a:lnTo>
                <a:lnTo>
                  <a:pt x="2731" y="4331"/>
                </a:lnTo>
                <a:lnTo>
                  <a:pt x="273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"/>
          <p:cNvSpPr/>
          <p:nvPr/>
        </p:nvSpPr>
        <p:spPr>
          <a:xfrm flipH="1">
            <a:off x="188661" y="2337903"/>
            <a:ext cx="255308" cy="118015"/>
          </a:xfrm>
          <a:custGeom>
            <a:avLst/>
            <a:gdLst/>
            <a:ahLst/>
            <a:cxnLst/>
            <a:rect l="l" t="t" r="r" b="b"/>
            <a:pathLst>
              <a:path w="4688" h="2167" extrusionOk="0">
                <a:moveTo>
                  <a:pt x="1" y="1"/>
                </a:moveTo>
                <a:lnTo>
                  <a:pt x="1" y="2167"/>
                </a:lnTo>
                <a:lnTo>
                  <a:pt x="4687" y="2167"/>
                </a:lnTo>
                <a:lnTo>
                  <a:pt x="468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"/>
          <p:cNvSpPr/>
          <p:nvPr/>
        </p:nvSpPr>
        <p:spPr>
          <a:xfrm flipH="1">
            <a:off x="1455871" y="1508929"/>
            <a:ext cx="127110" cy="363085"/>
          </a:xfrm>
          <a:custGeom>
            <a:avLst/>
            <a:gdLst/>
            <a:ahLst/>
            <a:cxnLst/>
            <a:rect l="l" t="t" r="r" b="b"/>
            <a:pathLst>
              <a:path w="2334" h="6667" extrusionOk="0">
                <a:moveTo>
                  <a:pt x="0" y="1"/>
                </a:moveTo>
                <a:lnTo>
                  <a:pt x="0" y="6666"/>
                </a:lnTo>
                <a:lnTo>
                  <a:pt x="2334" y="6666"/>
                </a:lnTo>
                <a:lnTo>
                  <a:pt x="233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"/>
          <p:cNvSpPr/>
          <p:nvPr/>
        </p:nvSpPr>
        <p:spPr>
          <a:xfrm flipH="1">
            <a:off x="1291622" y="1508929"/>
            <a:ext cx="127110" cy="363085"/>
          </a:xfrm>
          <a:custGeom>
            <a:avLst/>
            <a:gdLst/>
            <a:ahLst/>
            <a:cxnLst/>
            <a:rect l="l" t="t" r="r" b="b"/>
            <a:pathLst>
              <a:path w="2334" h="6667" extrusionOk="0">
                <a:moveTo>
                  <a:pt x="0" y="1"/>
                </a:moveTo>
                <a:lnTo>
                  <a:pt x="0" y="6666"/>
                </a:lnTo>
                <a:lnTo>
                  <a:pt x="2334" y="6666"/>
                </a:lnTo>
                <a:lnTo>
                  <a:pt x="233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3"/>
          <p:cNvSpPr/>
          <p:nvPr/>
        </p:nvSpPr>
        <p:spPr>
          <a:xfrm flipH="1">
            <a:off x="1127374" y="1508929"/>
            <a:ext cx="127110" cy="363085"/>
          </a:xfrm>
          <a:custGeom>
            <a:avLst/>
            <a:gdLst/>
            <a:ahLst/>
            <a:cxnLst/>
            <a:rect l="l" t="t" r="r" b="b"/>
            <a:pathLst>
              <a:path w="2334" h="6667" extrusionOk="0">
                <a:moveTo>
                  <a:pt x="0" y="1"/>
                </a:moveTo>
                <a:lnTo>
                  <a:pt x="0" y="6666"/>
                </a:lnTo>
                <a:lnTo>
                  <a:pt x="2334" y="6666"/>
                </a:lnTo>
                <a:lnTo>
                  <a:pt x="233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"/>
          <p:cNvSpPr/>
          <p:nvPr/>
        </p:nvSpPr>
        <p:spPr>
          <a:xfrm flipH="1">
            <a:off x="963125" y="1508929"/>
            <a:ext cx="127055" cy="363085"/>
          </a:xfrm>
          <a:custGeom>
            <a:avLst/>
            <a:gdLst/>
            <a:ahLst/>
            <a:cxnLst/>
            <a:rect l="l" t="t" r="r" b="b"/>
            <a:pathLst>
              <a:path w="2333" h="6667" extrusionOk="0">
                <a:moveTo>
                  <a:pt x="1" y="1"/>
                </a:moveTo>
                <a:lnTo>
                  <a:pt x="1" y="6666"/>
                </a:lnTo>
                <a:lnTo>
                  <a:pt x="2333" y="6666"/>
                </a:lnTo>
                <a:lnTo>
                  <a:pt x="233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"/>
          <p:cNvSpPr/>
          <p:nvPr/>
        </p:nvSpPr>
        <p:spPr>
          <a:xfrm flipH="1">
            <a:off x="798768" y="1508929"/>
            <a:ext cx="127110" cy="363085"/>
          </a:xfrm>
          <a:custGeom>
            <a:avLst/>
            <a:gdLst/>
            <a:ahLst/>
            <a:cxnLst/>
            <a:rect l="l" t="t" r="r" b="b"/>
            <a:pathLst>
              <a:path w="2334" h="6667" extrusionOk="0">
                <a:moveTo>
                  <a:pt x="0" y="1"/>
                </a:moveTo>
                <a:lnTo>
                  <a:pt x="0" y="6666"/>
                </a:lnTo>
                <a:lnTo>
                  <a:pt x="2333" y="6666"/>
                </a:lnTo>
                <a:lnTo>
                  <a:pt x="233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"/>
          <p:cNvSpPr/>
          <p:nvPr/>
        </p:nvSpPr>
        <p:spPr>
          <a:xfrm flipH="1">
            <a:off x="634520" y="1508929"/>
            <a:ext cx="127110" cy="363085"/>
          </a:xfrm>
          <a:custGeom>
            <a:avLst/>
            <a:gdLst/>
            <a:ahLst/>
            <a:cxnLst/>
            <a:rect l="l" t="t" r="r" b="b"/>
            <a:pathLst>
              <a:path w="2334" h="6667" extrusionOk="0">
                <a:moveTo>
                  <a:pt x="0" y="1"/>
                </a:moveTo>
                <a:lnTo>
                  <a:pt x="0" y="6666"/>
                </a:lnTo>
                <a:lnTo>
                  <a:pt x="2333" y="6666"/>
                </a:lnTo>
                <a:lnTo>
                  <a:pt x="233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"/>
          <p:cNvSpPr/>
          <p:nvPr/>
        </p:nvSpPr>
        <p:spPr>
          <a:xfrm flipH="1">
            <a:off x="470271" y="1508929"/>
            <a:ext cx="127110" cy="363085"/>
          </a:xfrm>
          <a:custGeom>
            <a:avLst/>
            <a:gdLst/>
            <a:ahLst/>
            <a:cxnLst/>
            <a:rect l="l" t="t" r="r" b="b"/>
            <a:pathLst>
              <a:path w="2334" h="6667" extrusionOk="0">
                <a:moveTo>
                  <a:pt x="0" y="1"/>
                </a:moveTo>
                <a:lnTo>
                  <a:pt x="0" y="6666"/>
                </a:lnTo>
                <a:lnTo>
                  <a:pt x="2333" y="6666"/>
                </a:lnTo>
                <a:lnTo>
                  <a:pt x="233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"/>
          <p:cNvSpPr/>
          <p:nvPr/>
        </p:nvSpPr>
        <p:spPr>
          <a:xfrm flipH="1">
            <a:off x="306023" y="1508929"/>
            <a:ext cx="127055" cy="363085"/>
          </a:xfrm>
          <a:custGeom>
            <a:avLst/>
            <a:gdLst/>
            <a:ahLst/>
            <a:cxnLst/>
            <a:rect l="l" t="t" r="r" b="b"/>
            <a:pathLst>
              <a:path w="2333" h="6667" extrusionOk="0">
                <a:moveTo>
                  <a:pt x="1" y="1"/>
                </a:moveTo>
                <a:lnTo>
                  <a:pt x="1" y="6666"/>
                </a:lnTo>
                <a:lnTo>
                  <a:pt x="2332" y="6666"/>
                </a:lnTo>
                <a:lnTo>
                  <a:pt x="2332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"/>
          <p:cNvSpPr/>
          <p:nvPr/>
        </p:nvSpPr>
        <p:spPr>
          <a:xfrm flipH="1">
            <a:off x="-92031" y="1783500"/>
            <a:ext cx="326984" cy="88401"/>
          </a:xfrm>
          <a:custGeom>
            <a:avLst/>
            <a:gdLst/>
            <a:ahLst/>
            <a:cxnLst/>
            <a:rect l="l" t="t" r="r" b="b"/>
            <a:pathLst>
              <a:path w="11589" h="1623" extrusionOk="0">
                <a:moveTo>
                  <a:pt x="1" y="1"/>
                </a:moveTo>
                <a:lnTo>
                  <a:pt x="1" y="1623"/>
                </a:lnTo>
                <a:lnTo>
                  <a:pt x="11589" y="1623"/>
                </a:lnTo>
                <a:lnTo>
                  <a:pt x="1158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"/>
          <p:cNvSpPr/>
          <p:nvPr/>
        </p:nvSpPr>
        <p:spPr>
          <a:xfrm flipH="1">
            <a:off x="-92033" y="1711950"/>
            <a:ext cx="255327" cy="71625"/>
          </a:xfrm>
          <a:custGeom>
            <a:avLst/>
            <a:gdLst/>
            <a:ahLst/>
            <a:cxnLst/>
            <a:rect l="l" t="t" r="r" b="b"/>
            <a:pathLst>
              <a:path w="9088" h="1315" extrusionOk="0">
                <a:moveTo>
                  <a:pt x="1" y="0"/>
                </a:moveTo>
                <a:lnTo>
                  <a:pt x="1" y="1315"/>
                </a:lnTo>
                <a:lnTo>
                  <a:pt x="9087" y="1315"/>
                </a:lnTo>
                <a:lnTo>
                  <a:pt x="908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"/>
          <p:cNvSpPr/>
          <p:nvPr/>
        </p:nvSpPr>
        <p:spPr>
          <a:xfrm flipH="1">
            <a:off x="-64647" y="1865625"/>
            <a:ext cx="1938922" cy="104781"/>
          </a:xfrm>
          <a:custGeom>
            <a:avLst/>
            <a:gdLst/>
            <a:ahLst/>
            <a:cxnLst/>
            <a:rect l="l" t="t" r="r" b="b"/>
            <a:pathLst>
              <a:path w="44104" h="1924" extrusionOk="0">
                <a:moveTo>
                  <a:pt x="0" y="0"/>
                </a:moveTo>
                <a:lnTo>
                  <a:pt x="0" y="1924"/>
                </a:lnTo>
                <a:lnTo>
                  <a:pt x="44103" y="1924"/>
                </a:lnTo>
                <a:lnTo>
                  <a:pt x="4410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"/>
          <p:cNvSpPr/>
          <p:nvPr/>
        </p:nvSpPr>
        <p:spPr>
          <a:xfrm flipH="1">
            <a:off x="-64647" y="2437509"/>
            <a:ext cx="1938922" cy="104835"/>
          </a:xfrm>
          <a:custGeom>
            <a:avLst/>
            <a:gdLst/>
            <a:ahLst/>
            <a:cxnLst/>
            <a:rect l="l" t="t" r="r" b="b"/>
            <a:pathLst>
              <a:path w="44104" h="1925" extrusionOk="0">
                <a:moveTo>
                  <a:pt x="0" y="1"/>
                </a:moveTo>
                <a:lnTo>
                  <a:pt x="0" y="1925"/>
                </a:lnTo>
                <a:lnTo>
                  <a:pt x="44103" y="1925"/>
                </a:lnTo>
                <a:lnTo>
                  <a:pt x="4410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"/>
          <p:cNvSpPr/>
          <p:nvPr/>
        </p:nvSpPr>
        <p:spPr>
          <a:xfrm flipH="1">
            <a:off x="-64647" y="3009339"/>
            <a:ext cx="1938922" cy="104835"/>
          </a:xfrm>
          <a:custGeom>
            <a:avLst/>
            <a:gdLst/>
            <a:ahLst/>
            <a:cxnLst/>
            <a:rect l="l" t="t" r="r" b="b"/>
            <a:pathLst>
              <a:path w="44104" h="1925" extrusionOk="0">
                <a:moveTo>
                  <a:pt x="0" y="1"/>
                </a:moveTo>
                <a:lnTo>
                  <a:pt x="0" y="1925"/>
                </a:lnTo>
                <a:lnTo>
                  <a:pt x="44103" y="1925"/>
                </a:lnTo>
                <a:lnTo>
                  <a:pt x="4410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3"/>
          <p:cNvSpPr/>
          <p:nvPr/>
        </p:nvSpPr>
        <p:spPr>
          <a:xfrm flipH="1">
            <a:off x="-31360" y="2915441"/>
            <a:ext cx="603362" cy="175361"/>
          </a:xfrm>
          <a:custGeom>
            <a:avLst/>
            <a:gdLst/>
            <a:ahLst/>
            <a:cxnLst/>
            <a:rect l="l" t="t" r="r" b="b"/>
            <a:pathLst>
              <a:path w="11079" h="3220" extrusionOk="0">
                <a:moveTo>
                  <a:pt x="0" y="1"/>
                </a:moveTo>
                <a:lnTo>
                  <a:pt x="1267" y="3220"/>
                </a:lnTo>
                <a:lnTo>
                  <a:pt x="11078" y="3220"/>
                </a:lnTo>
                <a:lnTo>
                  <a:pt x="981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3"/>
          <p:cNvSpPr/>
          <p:nvPr/>
        </p:nvSpPr>
        <p:spPr>
          <a:xfrm flipH="1">
            <a:off x="37640" y="2915441"/>
            <a:ext cx="603253" cy="175361"/>
          </a:xfrm>
          <a:custGeom>
            <a:avLst/>
            <a:gdLst/>
            <a:ahLst/>
            <a:cxnLst/>
            <a:rect l="l" t="t" r="r" b="b"/>
            <a:pathLst>
              <a:path w="11077" h="3220" extrusionOk="0">
                <a:moveTo>
                  <a:pt x="1265" y="1"/>
                </a:moveTo>
                <a:lnTo>
                  <a:pt x="0" y="3220"/>
                </a:lnTo>
                <a:lnTo>
                  <a:pt x="9812" y="3220"/>
                </a:lnTo>
                <a:lnTo>
                  <a:pt x="1107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"/>
          <p:cNvSpPr/>
          <p:nvPr/>
        </p:nvSpPr>
        <p:spPr>
          <a:xfrm flipH="1">
            <a:off x="1297327" y="2485651"/>
            <a:ext cx="886554" cy="513558"/>
          </a:xfrm>
          <a:custGeom>
            <a:avLst/>
            <a:gdLst/>
            <a:ahLst/>
            <a:cxnLst/>
            <a:rect l="l" t="t" r="r" b="b"/>
            <a:pathLst>
              <a:path w="16279" h="9430" extrusionOk="0">
                <a:moveTo>
                  <a:pt x="595" y="1"/>
                </a:moveTo>
                <a:cubicBezTo>
                  <a:pt x="256" y="1"/>
                  <a:pt x="0" y="310"/>
                  <a:pt x="62" y="642"/>
                </a:cubicBezTo>
                <a:lnTo>
                  <a:pt x="1604" y="8985"/>
                </a:lnTo>
                <a:cubicBezTo>
                  <a:pt x="1650" y="9243"/>
                  <a:pt x="1876" y="9430"/>
                  <a:pt x="2138" y="9430"/>
                </a:cubicBezTo>
                <a:lnTo>
                  <a:pt x="15684" y="9430"/>
                </a:lnTo>
                <a:cubicBezTo>
                  <a:pt x="16024" y="9430"/>
                  <a:pt x="16279" y="9121"/>
                  <a:pt x="16218" y="8788"/>
                </a:cubicBezTo>
                <a:lnTo>
                  <a:pt x="14677" y="446"/>
                </a:lnTo>
                <a:cubicBezTo>
                  <a:pt x="14628" y="188"/>
                  <a:pt x="14405" y="1"/>
                  <a:pt x="14143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3"/>
          <p:cNvSpPr/>
          <p:nvPr/>
        </p:nvSpPr>
        <p:spPr>
          <a:xfrm flipH="1">
            <a:off x="1335176" y="2485651"/>
            <a:ext cx="886663" cy="513558"/>
          </a:xfrm>
          <a:custGeom>
            <a:avLst/>
            <a:gdLst/>
            <a:ahLst/>
            <a:cxnLst/>
            <a:rect l="l" t="t" r="r" b="b"/>
            <a:pathLst>
              <a:path w="16281" h="9430" extrusionOk="0">
                <a:moveTo>
                  <a:pt x="596" y="1"/>
                </a:moveTo>
                <a:cubicBezTo>
                  <a:pt x="257" y="1"/>
                  <a:pt x="0" y="310"/>
                  <a:pt x="62" y="642"/>
                </a:cubicBezTo>
                <a:lnTo>
                  <a:pt x="1604" y="8985"/>
                </a:lnTo>
                <a:cubicBezTo>
                  <a:pt x="1652" y="9243"/>
                  <a:pt x="1876" y="9430"/>
                  <a:pt x="2138" y="9430"/>
                </a:cubicBezTo>
                <a:lnTo>
                  <a:pt x="15685" y="9430"/>
                </a:lnTo>
                <a:cubicBezTo>
                  <a:pt x="16024" y="9430"/>
                  <a:pt x="16280" y="9121"/>
                  <a:pt x="16218" y="8788"/>
                </a:cubicBezTo>
                <a:lnTo>
                  <a:pt x="14677" y="446"/>
                </a:lnTo>
                <a:cubicBezTo>
                  <a:pt x="14628" y="188"/>
                  <a:pt x="14405" y="1"/>
                  <a:pt x="14143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3"/>
          <p:cNvSpPr/>
          <p:nvPr/>
        </p:nvSpPr>
        <p:spPr>
          <a:xfrm flipH="1">
            <a:off x="1618320" y="2818340"/>
            <a:ext cx="210542" cy="329537"/>
          </a:xfrm>
          <a:custGeom>
            <a:avLst/>
            <a:gdLst/>
            <a:ahLst/>
            <a:cxnLst/>
            <a:rect l="l" t="t" r="r" b="b"/>
            <a:pathLst>
              <a:path w="3866" h="6051" extrusionOk="0">
                <a:moveTo>
                  <a:pt x="596" y="0"/>
                </a:moveTo>
                <a:cubicBezTo>
                  <a:pt x="256" y="0"/>
                  <a:pt x="1" y="309"/>
                  <a:pt x="61" y="642"/>
                </a:cubicBezTo>
                <a:lnTo>
                  <a:pt x="1062" y="6051"/>
                </a:lnTo>
                <a:lnTo>
                  <a:pt x="3865" y="6051"/>
                </a:lnTo>
                <a:lnTo>
                  <a:pt x="2830" y="444"/>
                </a:lnTo>
                <a:cubicBezTo>
                  <a:pt x="2781" y="187"/>
                  <a:pt x="2558" y="0"/>
                  <a:pt x="229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3"/>
          <p:cNvSpPr/>
          <p:nvPr/>
        </p:nvSpPr>
        <p:spPr>
          <a:xfrm flipH="1">
            <a:off x="1637327" y="2818340"/>
            <a:ext cx="210488" cy="329537"/>
          </a:xfrm>
          <a:custGeom>
            <a:avLst/>
            <a:gdLst/>
            <a:ahLst/>
            <a:cxnLst/>
            <a:rect l="l" t="t" r="r" b="b"/>
            <a:pathLst>
              <a:path w="3865" h="6051" extrusionOk="0">
                <a:moveTo>
                  <a:pt x="595" y="0"/>
                </a:moveTo>
                <a:cubicBezTo>
                  <a:pt x="255" y="0"/>
                  <a:pt x="0" y="308"/>
                  <a:pt x="61" y="642"/>
                </a:cubicBezTo>
                <a:lnTo>
                  <a:pt x="1061" y="6051"/>
                </a:lnTo>
                <a:lnTo>
                  <a:pt x="3865" y="6051"/>
                </a:lnTo>
                <a:lnTo>
                  <a:pt x="2829" y="444"/>
                </a:lnTo>
                <a:cubicBezTo>
                  <a:pt x="2781" y="187"/>
                  <a:pt x="2557" y="0"/>
                  <a:pt x="229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3"/>
          <p:cNvSpPr/>
          <p:nvPr/>
        </p:nvSpPr>
        <p:spPr>
          <a:xfrm flipH="1">
            <a:off x="-56664" y="3090700"/>
            <a:ext cx="2822129" cy="1513334"/>
          </a:xfrm>
          <a:custGeom>
            <a:avLst/>
            <a:gdLst/>
            <a:ahLst/>
            <a:cxnLst/>
            <a:rect l="l" t="t" r="r" b="b"/>
            <a:pathLst>
              <a:path w="60704" h="27788" extrusionOk="0">
                <a:moveTo>
                  <a:pt x="1" y="0"/>
                </a:moveTo>
                <a:lnTo>
                  <a:pt x="1" y="27788"/>
                </a:lnTo>
                <a:lnTo>
                  <a:pt x="60703" y="27788"/>
                </a:lnTo>
                <a:lnTo>
                  <a:pt x="6070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3"/>
          <p:cNvSpPr/>
          <p:nvPr/>
        </p:nvSpPr>
        <p:spPr>
          <a:xfrm flipH="1">
            <a:off x="-56712" y="3090700"/>
            <a:ext cx="2880985" cy="199868"/>
          </a:xfrm>
          <a:custGeom>
            <a:avLst/>
            <a:gdLst/>
            <a:ahLst/>
            <a:cxnLst/>
            <a:rect l="l" t="t" r="r" b="b"/>
            <a:pathLst>
              <a:path w="61970" h="3670" extrusionOk="0">
                <a:moveTo>
                  <a:pt x="1" y="0"/>
                </a:moveTo>
                <a:lnTo>
                  <a:pt x="1" y="3669"/>
                </a:lnTo>
                <a:lnTo>
                  <a:pt x="61969" y="3669"/>
                </a:lnTo>
                <a:lnTo>
                  <a:pt x="6196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3"/>
          <p:cNvSpPr/>
          <p:nvPr/>
        </p:nvSpPr>
        <p:spPr>
          <a:xfrm>
            <a:off x="6070350" y="710851"/>
            <a:ext cx="1897054" cy="279924"/>
          </a:xfrm>
          <a:custGeom>
            <a:avLst/>
            <a:gdLst/>
            <a:ahLst/>
            <a:cxnLst/>
            <a:rect l="l" t="t" r="r" b="b"/>
            <a:pathLst>
              <a:path w="39360" h="4442" extrusionOk="0">
                <a:moveTo>
                  <a:pt x="4442" y="0"/>
                </a:moveTo>
                <a:cubicBezTo>
                  <a:pt x="1989" y="0"/>
                  <a:pt x="1" y="1989"/>
                  <a:pt x="1" y="4441"/>
                </a:cubicBezTo>
                <a:lnTo>
                  <a:pt x="39360" y="4441"/>
                </a:lnTo>
                <a:cubicBezTo>
                  <a:pt x="39360" y="1989"/>
                  <a:pt x="37372" y="0"/>
                  <a:pt x="3491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3"/>
          <p:cNvSpPr/>
          <p:nvPr/>
        </p:nvSpPr>
        <p:spPr>
          <a:xfrm>
            <a:off x="6462104" y="-112650"/>
            <a:ext cx="33015" cy="930597"/>
          </a:xfrm>
          <a:custGeom>
            <a:avLst/>
            <a:gdLst/>
            <a:ahLst/>
            <a:cxnLst/>
            <a:rect l="l" t="t" r="r" b="b"/>
            <a:pathLst>
              <a:path w="685" h="19308" extrusionOk="0">
                <a:moveTo>
                  <a:pt x="0" y="0"/>
                </a:moveTo>
                <a:lnTo>
                  <a:pt x="0" y="19308"/>
                </a:lnTo>
                <a:lnTo>
                  <a:pt x="685" y="19308"/>
                </a:lnTo>
                <a:lnTo>
                  <a:pt x="685" y="0"/>
                </a:lnTo>
                <a:close/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3"/>
          <p:cNvSpPr/>
          <p:nvPr/>
        </p:nvSpPr>
        <p:spPr>
          <a:xfrm>
            <a:off x="7509090" y="-112650"/>
            <a:ext cx="32967" cy="930597"/>
          </a:xfrm>
          <a:custGeom>
            <a:avLst/>
            <a:gdLst/>
            <a:ahLst/>
            <a:cxnLst/>
            <a:rect l="l" t="t" r="r" b="b"/>
            <a:pathLst>
              <a:path w="684" h="19308" extrusionOk="0">
                <a:moveTo>
                  <a:pt x="0" y="0"/>
                </a:moveTo>
                <a:lnTo>
                  <a:pt x="0" y="19308"/>
                </a:lnTo>
                <a:lnTo>
                  <a:pt x="683" y="19308"/>
                </a:lnTo>
                <a:lnTo>
                  <a:pt x="683" y="0"/>
                </a:lnTo>
                <a:close/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3"/>
          <p:cNvSpPr txBox="1">
            <a:spLocks noGrp="1"/>
          </p:cNvSpPr>
          <p:nvPr>
            <p:ph type="title"/>
          </p:nvPr>
        </p:nvSpPr>
        <p:spPr>
          <a:xfrm>
            <a:off x="2038200" y="2503213"/>
            <a:ext cx="5067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4" name="Google Shape;124;p3"/>
          <p:cNvSpPr txBox="1">
            <a:spLocks noGrp="1"/>
          </p:cNvSpPr>
          <p:nvPr>
            <p:ph type="title" idx="2" hasCustomPrompt="1"/>
          </p:nvPr>
        </p:nvSpPr>
        <p:spPr>
          <a:xfrm>
            <a:off x="3977700" y="1423488"/>
            <a:ext cx="1188600" cy="8229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2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5" name="Google Shape;125;p3"/>
          <p:cNvSpPr txBox="1">
            <a:spLocks noGrp="1"/>
          </p:cNvSpPr>
          <p:nvPr>
            <p:ph type="subTitle" idx="1"/>
          </p:nvPr>
        </p:nvSpPr>
        <p:spPr>
          <a:xfrm>
            <a:off x="2038200" y="3345013"/>
            <a:ext cx="50676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"/>
          <p:cNvSpPr/>
          <p:nvPr/>
        </p:nvSpPr>
        <p:spPr>
          <a:xfrm flipH="1">
            <a:off x="-45749" y="4286250"/>
            <a:ext cx="9235500" cy="866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4"/>
          <p:cNvSpPr/>
          <p:nvPr/>
        </p:nvSpPr>
        <p:spPr>
          <a:xfrm>
            <a:off x="6070350" y="215551"/>
            <a:ext cx="1897054" cy="279924"/>
          </a:xfrm>
          <a:custGeom>
            <a:avLst/>
            <a:gdLst/>
            <a:ahLst/>
            <a:cxnLst/>
            <a:rect l="l" t="t" r="r" b="b"/>
            <a:pathLst>
              <a:path w="39360" h="4442" extrusionOk="0">
                <a:moveTo>
                  <a:pt x="4442" y="0"/>
                </a:moveTo>
                <a:cubicBezTo>
                  <a:pt x="1989" y="0"/>
                  <a:pt x="1" y="1989"/>
                  <a:pt x="1" y="4441"/>
                </a:cubicBezTo>
                <a:lnTo>
                  <a:pt x="39360" y="4441"/>
                </a:lnTo>
                <a:cubicBezTo>
                  <a:pt x="39360" y="1989"/>
                  <a:pt x="37372" y="0"/>
                  <a:pt x="3491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6462100" y="-1"/>
            <a:ext cx="33015" cy="322685"/>
          </a:xfrm>
          <a:custGeom>
            <a:avLst/>
            <a:gdLst/>
            <a:ahLst/>
            <a:cxnLst/>
            <a:rect l="l" t="t" r="r" b="b"/>
            <a:pathLst>
              <a:path w="685" h="19308" extrusionOk="0">
                <a:moveTo>
                  <a:pt x="0" y="0"/>
                </a:moveTo>
                <a:lnTo>
                  <a:pt x="0" y="19308"/>
                </a:lnTo>
                <a:lnTo>
                  <a:pt x="685" y="19308"/>
                </a:lnTo>
                <a:lnTo>
                  <a:pt x="685" y="0"/>
                </a:lnTo>
                <a:close/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7509083" y="-1"/>
            <a:ext cx="32967" cy="322685"/>
          </a:xfrm>
          <a:custGeom>
            <a:avLst/>
            <a:gdLst/>
            <a:ahLst/>
            <a:cxnLst/>
            <a:rect l="l" t="t" r="r" b="b"/>
            <a:pathLst>
              <a:path w="684" h="19308" extrusionOk="0">
                <a:moveTo>
                  <a:pt x="0" y="0"/>
                </a:moveTo>
                <a:lnTo>
                  <a:pt x="0" y="19308"/>
                </a:lnTo>
                <a:lnTo>
                  <a:pt x="683" y="19308"/>
                </a:lnTo>
                <a:lnTo>
                  <a:pt x="683" y="0"/>
                </a:lnTo>
                <a:close/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4"/>
          <p:cNvSpPr/>
          <p:nvPr/>
        </p:nvSpPr>
        <p:spPr>
          <a:xfrm flipH="1">
            <a:off x="-46722" y="4289225"/>
            <a:ext cx="9191681" cy="126673"/>
          </a:xfrm>
          <a:custGeom>
            <a:avLst/>
            <a:gdLst/>
            <a:ahLst/>
            <a:cxnLst/>
            <a:rect l="l" t="t" r="r" b="b"/>
            <a:pathLst>
              <a:path w="150197" h="2386" extrusionOk="0">
                <a:moveTo>
                  <a:pt x="0" y="0"/>
                </a:moveTo>
                <a:lnTo>
                  <a:pt x="0" y="2386"/>
                </a:lnTo>
                <a:lnTo>
                  <a:pt x="150197" y="2386"/>
                </a:lnTo>
                <a:lnTo>
                  <a:pt x="15019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2" name="Google Shape;132;p4"/>
          <p:cNvGrpSpPr/>
          <p:nvPr/>
        </p:nvGrpSpPr>
        <p:grpSpPr>
          <a:xfrm flipH="1">
            <a:off x="7820190" y="2048625"/>
            <a:ext cx="1371503" cy="2393490"/>
            <a:chOff x="-285625" y="2048625"/>
            <a:chExt cx="1371503" cy="2393490"/>
          </a:xfrm>
        </p:grpSpPr>
        <p:sp>
          <p:nvSpPr>
            <p:cNvPr id="133" name="Google Shape;133;p4"/>
            <p:cNvSpPr/>
            <p:nvPr/>
          </p:nvSpPr>
          <p:spPr>
            <a:xfrm>
              <a:off x="-228498" y="2421900"/>
              <a:ext cx="578478" cy="376071"/>
            </a:xfrm>
            <a:custGeom>
              <a:avLst/>
              <a:gdLst/>
              <a:ahLst/>
              <a:cxnLst/>
              <a:rect l="l" t="t" r="r" b="b"/>
              <a:pathLst>
                <a:path w="14390" h="9355" extrusionOk="0">
                  <a:moveTo>
                    <a:pt x="3478" y="1"/>
                  </a:moveTo>
                  <a:cubicBezTo>
                    <a:pt x="3157" y="1"/>
                    <a:pt x="2884" y="3"/>
                    <a:pt x="2672" y="8"/>
                  </a:cubicBezTo>
                  <a:cubicBezTo>
                    <a:pt x="689" y="50"/>
                    <a:pt x="87" y="94"/>
                    <a:pt x="87" y="697"/>
                  </a:cubicBezTo>
                  <a:cubicBezTo>
                    <a:pt x="87" y="1301"/>
                    <a:pt x="0" y="7546"/>
                    <a:pt x="87" y="9010"/>
                  </a:cubicBezTo>
                  <a:lnTo>
                    <a:pt x="14303" y="9355"/>
                  </a:lnTo>
                  <a:cubicBezTo>
                    <a:pt x="14303" y="9355"/>
                    <a:pt x="14389" y="4789"/>
                    <a:pt x="14389" y="2635"/>
                  </a:cubicBezTo>
                  <a:cubicBezTo>
                    <a:pt x="14389" y="482"/>
                    <a:pt x="14044" y="309"/>
                    <a:pt x="13053" y="223"/>
                  </a:cubicBezTo>
                  <a:cubicBezTo>
                    <a:pt x="12167" y="147"/>
                    <a:pt x="6163" y="1"/>
                    <a:pt x="34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4"/>
            <p:cNvSpPr/>
            <p:nvPr/>
          </p:nvSpPr>
          <p:spPr>
            <a:xfrm>
              <a:off x="-285625" y="2048625"/>
              <a:ext cx="1368931" cy="2386272"/>
            </a:xfrm>
            <a:custGeom>
              <a:avLst/>
              <a:gdLst/>
              <a:ahLst/>
              <a:cxnLst/>
              <a:rect l="l" t="t" r="r" b="b"/>
              <a:pathLst>
                <a:path w="34053" h="59360" extrusionOk="0">
                  <a:moveTo>
                    <a:pt x="34052" y="0"/>
                  </a:moveTo>
                  <a:cubicBezTo>
                    <a:pt x="31725" y="0"/>
                    <a:pt x="16908" y="173"/>
                    <a:pt x="16477" y="344"/>
                  </a:cubicBezTo>
                  <a:cubicBezTo>
                    <a:pt x="16045" y="517"/>
                    <a:pt x="16477" y="18523"/>
                    <a:pt x="16477" y="18523"/>
                  </a:cubicBezTo>
                  <a:cubicBezTo>
                    <a:pt x="12256" y="18696"/>
                    <a:pt x="248" y="18948"/>
                    <a:pt x="163" y="19206"/>
                  </a:cubicBezTo>
                  <a:cubicBezTo>
                    <a:pt x="77" y="19465"/>
                    <a:pt x="0" y="58335"/>
                    <a:pt x="87" y="59196"/>
                  </a:cubicBezTo>
                  <a:lnTo>
                    <a:pt x="34052" y="59359"/>
                  </a:lnTo>
                  <a:lnTo>
                    <a:pt x="3405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4"/>
            <p:cNvSpPr/>
            <p:nvPr/>
          </p:nvSpPr>
          <p:spPr>
            <a:xfrm>
              <a:off x="371913" y="2788649"/>
              <a:ext cx="34331" cy="1653466"/>
            </a:xfrm>
            <a:custGeom>
              <a:avLst/>
              <a:gdLst/>
              <a:ahLst/>
              <a:cxnLst/>
              <a:rect l="l" t="t" r="r" b="b"/>
              <a:pathLst>
                <a:path w="854" h="41131" extrusionOk="0">
                  <a:moveTo>
                    <a:pt x="115" y="1"/>
                  </a:moveTo>
                  <a:cubicBezTo>
                    <a:pt x="56" y="1"/>
                    <a:pt x="0" y="38"/>
                    <a:pt x="3" y="114"/>
                  </a:cubicBezTo>
                  <a:cubicBezTo>
                    <a:pt x="24" y="651"/>
                    <a:pt x="30" y="1188"/>
                    <a:pt x="40" y="1725"/>
                  </a:cubicBezTo>
                  <a:cubicBezTo>
                    <a:pt x="61" y="2820"/>
                    <a:pt x="79" y="3915"/>
                    <a:pt x="98" y="5010"/>
                  </a:cubicBezTo>
                  <a:cubicBezTo>
                    <a:pt x="122" y="6517"/>
                    <a:pt x="146" y="8024"/>
                    <a:pt x="169" y="9532"/>
                  </a:cubicBezTo>
                  <a:cubicBezTo>
                    <a:pt x="196" y="11321"/>
                    <a:pt x="222" y="13112"/>
                    <a:pt x="248" y="14901"/>
                  </a:cubicBezTo>
                  <a:cubicBezTo>
                    <a:pt x="276" y="16820"/>
                    <a:pt x="305" y="18740"/>
                    <a:pt x="333" y="20659"/>
                  </a:cubicBezTo>
                  <a:cubicBezTo>
                    <a:pt x="360" y="22582"/>
                    <a:pt x="388" y="24504"/>
                    <a:pt x="415" y="26428"/>
                  </a:cubicBezTo>
                  <a:cubicBezTo>
                    <a:pt x="441" y="28206"/>
                    <a:pt x="466" y="29985"/>
                    <a:pt x="490" y="31763"/>
                  </a:cubicBezTo>
                  <a:cubicBezTo>
                    <a:pt x="511" y="33254"/>
                    <a:pt x="533" y="34742"/>
                    <a:pt x="553" y="36231"/>
                  </a:cubicBezTo>
                  <a:cubicBezTo>
                    <a:pt x="568" y="37301"/>
                    <a:pt x="582" y="38371"/>
                    <a:pt x="598" y="39441"/>
                  </a:cubicBezTo>
                  <a:cubicBezTo>
                    <a:pt x="605" y="39944"/>
                    <a:pt x="602" y="40449"/>
                    <a:pt x="618" y="40952"/>
                  </a:cubicBezTo>
                  <a:cubicBezTo>
                    <a:pt x="618" y="40974"/>
                    <a:pt x="618" y="40996"/>
                    <a:pt x="619" y="41018"/>
                  </a:cubicBezTo>
                  <a:cubicBezTo>
                    <a:pt x="621" y="41093"/>
                    <a:pt x="680" y="41130"/>
                    <a:pt x="738" y="41130"/>
                  </a:cubicBezTo>
                  <a:cubicBezTo>
                    <a:pt x="796" y="41130"/>
                    <a:pt x="854" y="41093"/>
                    <a:pt x="853" y="41018"/>
                  </a:cubicBezTo>
                  <a:lnTo>
                    <a:pt x="839" y="39977"/>
                  </a:lnTo>
                  <a:cubicBezTo>
                    <a:pt x="826" y="39031"/>
                    <a:pt x="812" y="38084"/>
                    <a:pt x="799" y="37138"/>
                  </a:cubicBezTo>
                  <a:cubicBezTo>
                    <a:pt x="779" y="35737"/>
                    <a:pt x="761" y="34337"/>
                    <a:pt x="741" y="32938"/>
                  </a:cubicBezTo>
                  <a:cubicBezTo>
                    <a:pt x="717" y="31214"/>
                    <a:pt x="693" y="29491"/>
                    <a:pt x="667" y="27770"/>
                  </a:cubicBezTo>
                  <a:cubicBezTo>
                    <a:pt x="642" y="25876"/>
                    <a:pt x="615" y="23982"/>
                    <a:pt x="587" y="22087"/>
                  </a:cubicBezTo>
                  <a:cubicBezTo>
                    <a:pt x="560" y="20148"/>
                    <a:pt x="531" y="18210"/>
                    <a:pt x="503" y="16272"/>
                  </a:cubicBezTo>
                  <a:cubicBezTo>
                    <a:pt x="476" y="14436"/>
                    <a:pt x="448" y="12600"/>
                    <a:pt x="421" y="10764"/>
                  </a:cubicBezTo>
                  <a:cubicBezTo>
                    <a:pt x="397" y="9178"/>
                    <a:pt x="373" y="7591"/>
                    <a:pt x="346" y="6006"/>
                  </a:cubicBezTo>
                  <a:cubicBezTo>
                    <a:pt x="327" y="4796"/>
                    <a:pt x="306" y="3587"/>
                    <a:pt x="285" y="2378"/>
                  </a:cubicBezTo>
                  <a:cubicBezTo>
                    <a:pt x="273" y="1695"/>
                    <a:pt x="262" y="1012"/>
                    <a:pt x="242" y="329"/>
                  </a:cubicBezTo>
                  <a:cubicBezTo>
                    <a:pt x="241" y="257"/>
                    <a:pt x="239" y="185"/>
                    <a:pt x="237" y="114"/>
                  </a:cubicBezTo>
                  <a:cubicBezTo>
                    <a:pt x="233" y="39"/>
                    <a:pt x="173" y="1"/>
                    <a:pt x="1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4"/>
            <p:cNvSpPr/>
            <p:nvPr/>
          </p:nvSpPr>
          <p:spPr>
            <a:xfrm>
              <a:off x="-282087" y="3592027"/>
              <a:ext cx="1367966" cy="24924"/>
            </a:xfrm>
            <a:custGeom>
              <a:avLst/>
              <a:gdLst/>
              <a:ahLst/>
              <a:cxnLst/>
              <a:rect l="l" t="t" r="r" b="b"/>
              <a:pathLst>
                <a:path w="34029" h="620" extrusionOk="0">
                  <a:moveTo>
                    <a:pt x="33879" y="0"/>
                  </a:moveTo>
                  <a:cubicBezTo>
                    <a:pt x="33879" y="0"/>
                    <a:pt x="33879" y="0"/>
                    <a:pt x="33878" y="0"/>
                  </a:cubicBezTo>
                  <a:lnTo>
                    <a:pt x="32971" y="10"/>
                  </a:lnTo>
                  <a:lnTo>
                    <a:pt x="30525" y="38"/>
                  </a:lnTo>
                  <a:lnTo>
                    <a:pt x="26883" y="80"/>
                  </a:lnTo>
                  <a:lnTo>
                    <a:pt x="22470" y="131"/>
                  </a:lnTo>
                  <a:lnTo>
                    <a:pt x="17605" y="186"/>
                  </a:lnTo>
                  <a:lnTo>
                    <a:pt x="12726" y="241"/>
                  </a:lnTo>
                  <a:lnTo>
                    <a:pt x="8146" y="295"/>
                  </a:lnTo>
                  <a:lnTo>
                    <a:pt x="4303" y="339"/>
                  </a:lnTo>
                  <a:lnTo>
                    <a:pt x="1519" y="370"/>
                  </a:lnTo>
                  <a:cubicBezTo>
                    <a:pt x="1083" y="376"/>
                    <a:pt x="645" y="373"/>
                    <a:pt x="208" y="386"/>
                  </a:cubicBezTo>
                  <a:lnTo>
                    <a:pt x="152" y="386"/>
                  </a:lnTo>
                  <a:cubicBezTo>
                    <a:pt x="2" y="387"/>
                    <a:pt x="0" y="619"/>
                    <a:pt x="150" y="619"/>
                  </a:cubicBezTo>
                  <a:cubicBezTo>
                    <a:pt x="151" y="619"/>
                    <a:pt x="151" y="619"/>
                    <a:pt x="152" y="619"/>
                  </a:cubicBezTo>
                  <a:lnTo>
                    <a:pt x="152" y="618"/>
                  </a:lnTo>
                  <a:lnTo>
                    <a:pt x="1058" y="608"/>
                  </a:lnTo>
                  <a:lnTo>
                    <a:pt x="3505" y="580"/>
                  </a:lnTo>
                  <a:lnTo>
                    <a:pt x="7146" y="538"/>
                  </a:lnTo>
                  <a:lnTo>
                    <a:pt x="11559" y="488"/>
                  </a:lnTo>
                  <a:lnTo>
                    <a:pt x="16425" y="432"/>
                  </a:lnTo>
                  <a:lnTo>
                    <a:pt x="21302" y="377"/>
                  </a:lnTo>
                  <a:lnTo>
                    <a:pt x="25882" y="325"/>
                  </a:lnTo>
                  <a:lnTo>
                    <a:pt x="29727" y="281"/>
                  </a:lnTo>
                  <a:lnTo>
                    <a:pt x="32511" y="250"/>
                  </a:lnTo>
                  <a:cubicBezTo>
                    <a:pt x="32946" y="244"/>
                    <a:pt x="33384" y="247"/>
                    <a:pt x="33821" y="234"/>
                  </a:cubicBezTo>
                  <a:lnTo>
                    <a:pt x="33878" y="234"/>
                  </a:lnTo>
                  <a:cubicBezTo>
                    <a:pt x="34028" y="233"/>
                    <a:pt x="34028" y="0"/>
                    <a:pt x="338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4"/>
            <p:cNvSpPr/>
            <p:nvPr/>
          </p:nvSpPr>
          <p:spPr>
            <a:xfrm>
              <a:off x="405278" y="2774700"/>
              <a:ext cx="652888" cy="23276"/>
            </a:xfrm>
            <a:custGeom>
              <a:avLst/>
              <a:gdLst/>
              <a:ahLst/>
              <a:cxnLst/>
              <a:rect l="l" t="t" r="r" b="b"/>
              <a:pathLst>
                <a:path w="16241" h="579" extrusionOk="0">
                  <a:moveTo>
                    <a:pt x="16093" y="0"/>
                  </a:moveTo>
                  <a:cubicBezTo>
                    <a:pt x="16092" y="0"/>
                    <a:pt x="16091" y="0"/>
                    <a:pt x="16091" y="0"/>
                  </a:cubicBezTo>
                  <a:lnTo>
                    <a:pt x="15661" y="10"/>
                  </a:lnTo>
                  <a:lnTo>
                    <a:pt x="14505" y="34"/>
                  </a:lnTo>
                  <a:lnTo>
                    <a:pt x="12784" y="73"/>
                  </a:lnTo>
                  <a:lnTo>
                    <a:pt x="10699" y="117"/>
                  </a:lnTo>
                  <a:lnTo>
                    <a:pt x="8400" y="168"/>
                  </a:lnTo>
                  <a:lnTo>
                    <a:pt x="6095" y="217"/>
                  </a:lnTo>
                  <a:lnTo>
                    <a:pt x="3930" y="264"/>
                  </a:lnTo>
                  <a:lnTo>
                    <a:pt x="2114" y="302"/>
                  </a:lnTo>
                  <a:lnTo>
                    <a:pt x="798" y="330"/>
                  </a:lnTo>
                  <a:cubicBezTo>
                    <a:pt x="592" y="336"/>
                    <a:pt x="386" y="336"/>
                    <a:pt x="179" y="345"/>
                  </a:cubicBezTo>
                  <a:lnTo>
                    <a:pt x="152" y="345"/>
                  </a:lnTo>
                  <a:cubicBezTo>
                    <a:pt x="3" y="347"/>
                    <a:pt x="0" y="578"/>
                    <a:pt x="149" y="578"/>
                  </a:cubicBezTo>
                  <a:cubicBezTo>
                    <a:pt x="150" y="578"/>
                    <a:pt x="151" y="578"/>
                    <a:pt x="152" y="578"/>
                  </a:cubicBezTo>
                  <a:lnTo>
                    <a:pt x="580" y="568"/>
                  </a:lnTo>
                  <a:lnTo>
                    <a:pt x="1736" y="543"/>
                  </a:lnTo>
                  <a:lnTo>
                    <a:pt x="3457" y="506"/>
                  </a:lnTo>
                  <a:lnTo>
                    <a:pt x="5542" y="461"/>
                  </a:lnTo>
                  <a:lnTo>
                    <a:pt x="7841" y="411"/>
                  </a:lnTo>
                  <a:lnTo>
                    <a:pt x="10146" y="362"/>
                  </a:lnTo>
                  <a:lnTo>
                    <a:pt x="12311" y="315"/>
                  </a:lnTo>
                  <a:lnTo>
                    <a:pt x="14129" y="275"/>
                  </a:lnTo>
                  <a:lnTo>
                    <a:pt x="15443" y="247"/>
                  </a:lnTo>
                  <a:cubicBezTo>
                    <a:pt x="15650" y="243"/>
                    <a:pt x="15857" y="241"/>
                    <a:pt x="16064" y="234"/>
                  </a:cubicBezTo>
                  <a:lnTo>
                    <a:pt x="16091" y="234"/>
                  </a:lnTo>
                  <a:cubicBezTo>
                    <a:pt x="16240" y="231"/>
                    <a:pt x="16241" y="0"/>
                    <a:pt x="1609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4"/>
            <p:cNvSpPr/>
            <p:nvPr/>
          </p:nvSpPr>
          <p:spPr>
            <a:xfrm>
              <a:off x="615922" y="2189201"/>
              <a:ext cx="198749" cy="47838"/>
            </a:xfrm>
            <a:custGeom>
              <a:avLst/>
              <a:gdLst/>
              <a:ahLst/>
              <a:cxnLst/>
              <a:rect l="l" t="t" r="r" b="b"/>
              <a:pathLst>
                <a:path w="4944" h="1190" extrusionOk="0">
                  <a:moveTo>
                    <a:pt x="1263" y="1"/>
                  </a:moveTo>
                  <a:cubicBezTo>
                    <a:pt x="333" y="1"/>
                    <a:pt x="0" y="149"/>
                    <a:pt x="37" y="633"/>
                  </a:cubicBezTo>
                  <a:cubicBezTo>
                    <a:pt x="74" y="1116"/>
                    <a:pt x="445" y="1189"/>
                    <a:pt x="1411" y="1189"/>
                  </a:cubicBezTo>
                  <a:cubicBezTo>
                    <a:pt x="2378" y="1189"/>
                    <a:pt x="3531" y="1152"/>
                    <a:pt x="4087" y="1152"/>
                  </a:cubicBezTo>
                  <a:cubicBezTo>
                    <a:pt x="4644" y="1152"/>
                    <a:pt x="4943" y="855"/>
                    <a:pt x="4905" y="557"/>
                  </a:cubicBezTo>
                  <a:cubicBezTo>
                    <a:pt x="4868" y="260"/>
                    <a:pt x="4793" y="38"/>
                    <a:pt x="4012" y="38"/>
                  </a:cubicBezTo>
                  <a:cubicBezTo>
                    <a:pt x="3233" y="38"/>
                    <a:pt x="2118" y="1"/>
                    <a:pt x="12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4"/>
            <p:cNvSpPr/>
            <p:nvPr/>
          </p:nvSpPr>
          <p:spPr>
            <a:xfrm>
              <a:off x="618494" y="3028155"/>
              <a:ext cx="198709" cy="47878"/>
            </a:xfrm>
            <a:custGeom>
              <a:avLst/>
              <a:gdLst/>
              <a:ahLst/>
              <a:cxnLst/>
              <a:rect l="l" t="t" r="r" b="b"/>
              <a:pathLst>
                <a:path w="4943" h="1191" extrusionOk="0">
                  <a:moveTo>
                    <a:pt x="1264" y="1"/>
                  </a:moveTo>
                  <a:cubicBezTo>
                    <a:pt x="335" y="1"/>
                    <a:pt x="0" y="150"/>
                    <a:pt x="37" y="633"/>
                  </a:cubicBezTo>
                  <a:cubicBezTo>
                    <a:pt x="74" y="1117"/>
                    <a:pt x="446" y="1191"/>
                    <a:pt x="1413" y="1191"/>
                  </a:cubicBezTo>
                  <a:cubicBezTo>
                    <a:pt x="2379" y="1191"/>
                    <a:pt x="3530" y="1154"/>
                    <a:pt x="4089" y="1154"/>
                  </a:cubicBezTo>
                  <a:cubicBezTo>
                    <a:pt x="4645" y="1154"/>
                    <a:pt x="4943" y="855"/>
                    <a:pt x="4906" y="559"/>
                  </a:cubicBezTo>
                  <a:cubicBezTo>
                    <a:pt x="4869" y="262"/>
                    <a:pt x="4794" y="39"/>
                    <a:pt x="4014" y="39"/>
                  </a:cubicBezTo>
                  <a:cubicBezTo>
                    <a:pt x="3233" y="39"/>
                    <a:pt x="2119" y="1"/>
                    <a:pt x="126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4"/>
            <p:cNvSpPr/>
            <p:nvPr/>
          </p:nvSpPr>
          <p:spPr>
            <a:xfrm>
              <a:off x="-77594" y="3028155"/>
              <a:ext cx="198749" cy="47878"/>
            </a:xfrm>
            <a:custGeom>
              <a:avLst/>
              <a:gdLst/>
              <a:ahLst/>
              <a:cxnLst/>
              <a:rect l="l" t="t" r="r" b="b"/>
              <a:pathLst>
                <a:path w="4944" h="1191" extrusionOk="0">
                  <a:moveTo>
                    <a:pt x="1263" y="1"/>
                  </a:moveTo>
                  <a:cubicBezTo>
                    <a:pt x="333" y="1"/>
                    <a:pt x="0" y="150"/>
                    <a:pt x="37" y="633"/>
                  </a:cubicBezTo>
                  <a:cubicBezTo>
                    <a:pt x="73" y="1117"/>
                    <a:pt x="445" y="1191"/>
                    <a:pt x="1411" y="1191"/>
                  </a:cubicBezTo>
                  <a:cubicBezTo>
                    <a:pt x="2379" y="1191"/>
                    <a:pt x="3531" y="1154"/>
                    <a:pt x="4087" y="1154"/>
                  </a:cubicBezTo>
                  <a:cubicBezTo>
                    <a:pt x="4646" y="1154"/>
                    <a:pt x="4943" y="855"/>
                    <a:pt x="4905" y="559"/>
                  </a:cubicBezTo>
                  <a:cubicBezTo>
                    <a:pt x="4868" y="262"/>
                    <a:pt x="4794" y="39"/>
                    <a:pt x="4014" y="39"/>
                  </a:cubicBezTo>
                  <a:cubicBezTo>
                    <a:pt x="3233" y="39"/>
                    <a:pt x="2118" y="1"/>
                    <a:pt x="12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4"/>
            <p:cNvSpPr/>
            <p:nvPr/>
          </p:nvSpPr>
          <p:spPr>
            <a:xfrm>
              <a:off x="-38641" y="3778872"/>
              <a:ext cx="198749" cy="47798"/>
            </a:xfrm>
            <a:custGeom>
              <a:avLst/>
              <a:gdLst/>
              <a:ahLst/>
              <a:cxnLst/>
              <a:rect l="l" t="t" r="r" b="b"/>
              <a:pathLst>
                <a:path w="4944" h="1189" extrusionOk="0">
                  <a:moveTo>
                    <a:pt x="1263" y="0"/>
                  </a:moveTo>
                  <a:cubicBezTo>
                    <a:pt x="335" y="0"/>
                    <a:pt x="0" y="148"/>
                    <a:pt x="37" y="632"/>
                  </a:cubicBezTo>
                  <a:cubicBezTo>
                    <a:pt x="74" y="1115"/>
                    <a:pt x="445" y="1189"/>
                    <a:pt x="1411" y="1189"/>
                  </a:cubicBezTo>
                  <a:cubicBezTo>
                    <a:pt x="2378" y="1189"/>
                    <a:pt x="3531" y="1152"/>
                    <a:pt x="4087" y="1152"/>
                  </a:cubicBezTo>
                  <a:cubicBezTo>
                    <a:pt x="4646" y="1152"/>
                    <a:pt x="4943" y="854"/>
                    <a:pt x="4905" y="557"/>
                  </a:cubicBezTo>
                  <a:cubicBezTo>
                    <a:pt x="4868" y="259"/>
                    <a:pt x="4794" y="37"/>
                    <a:pt x="4014" y="37"/>
                  </a:cubicBezTo>
                  <a:cubicBezTo>
                    <a:pt x="3233" y="37"/>
                    <a:pt x="2118" y="0"/>
                    <a:pt x="12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4"/>
            <p:cNvSpPr/>
            <p:nvPr/>
          </p:nvSpPr>
          <p:spPr>
            <a:xfrm>
              <a:off x="615922" y="3768420"/>
              <a:ext cx="198749" cy="47878"/>
            </a:xfrm>
            <a:custGeom>
              <a:avLst/>
              <a:gdLst/>
              <a:ahLst/>
              <a:cxnLst/>
              <a:rect l="l" t="t" r="r" b="b"/>
              <a:pathLst>
                <a:path w="4944" h="1191" extrusionOk="0">
                  <a:moveTo>
                    <a:pt x="1263" y="1"/>
                  </a:moveTo>
                  <a:cubicBezTo>
                    <a:pt x="333" y="1"/>
                    <a:pt x="0" y="150"/>
                    <a:pt x="37" y="633"/>
                  </a:cubicBezTo>
                  <a:cubicBezTo>
                    <a:pt x="74" y="1116"/>
                    <a:pt x="445" y="1191"/>
                    <a:pt x="1411" y="1191"/>
                  </a:cubicBezTo>
                  <a:cubicBezTo>
                    <a:pt x="2378" y="1191"/>
                    <a:pt x="3531" y="1153"/>
                    <a:pt x="4087" y="1153"/>
                  </a:cubicBezTo>
                  <a:cubicBezTo>
                    <a:pt x="4644" y="1153"/>
                    <a:pt x="4943" y="855"/>
                    <a:pt x="4905" y="559"/>
                  </a:cubicBezTo>
                  <a:cubicBezTo>
                    <a:pt x="4868" y="262"/>
                    <a:pt x="4793" y="38"/>
                    <a:pt x="4012" y="38"/>
                  </a:cubicBezTo>
                  <a:cubicBezTo>
                    <a:pt x="3233" y="38"/>
                    <a:pt x="2118" y="1"/>
                    <a:pt x="12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4"/>
            <p:cNvSpPr/>
            <p:nvPr/>
          </p:nvSpPr>
          <p:spPr>
            <a:xfrm>
              <a:off x="-222428" y="2521393"/>
              <a:ext cx="564529" cy="20381"/>
            </a:xfrm>
            <a:custGeom>
              <a:avLst/>
              <a:gdLst/>
              <a:ahLst/>
              <a:cxnLst/>
              <a:rect l="l" t="t" r="r" b="b"/>
              <a:pathLst>
                <a:path w="14043" h="507" extrusionOk="0">
                  <a:moveTo>
                    <a:pt x="151" y="0"/>
                  </a:moveTo>
                  <a:cubicBezTo>
                    <a:pt x="1" y="0"/>
                    <a:pt x="1" y="233"/>
                    <a:pt x="151" y="234"/>
                  </a:cubicBezTo>
                  <a:cubicBezTo>
                    <a:pt x="597" y="235"/>
                    <a:pt x="1038" y="295"/>
                    <a:pt x="1478" y="363"/>
                  </a:cubicBezTo>
                  <a:cubicBezTo>
                    <a:pt x="1694" y="396"/>
                    <a:pt x="1911" y="438"/>
                    <a:pt x="2129" y="456"/>
                  </a:cubicBezTo>
                  <a:cubicBezTo>
                    <a:pt x="2355" y="475"/>
                    <a:pt x="2583" y="486"/>
                    <a:pt x="2812" y="493"/>
                  </a:cubicBezTo>
                  <a:cubicBezTo>
                    <a:pt x="3113" y="503"/>
                    <a:pt x="3415" y="506"/>
                    <a:pt x="3717" y="506"/>
                  </a:cubicBezTo>
                  <a:cubicBezTo>
                    <a:pt x="4328" y="506"/>
                    <a:pt x="4939" y="491"/>
                    <a:pt x="5548" y="479"/>
                  </a:cubicBezTo>
                  <a:cubicBezTo>
                    <a:pt x="7369" y="439"/>
                    <a:pt x="9191" y="398"/>
                    <a:pt x="11010" y="323"/>
                  </a:cubicBezTo>
                  <a:cubicBezTo>
                    <a:pt x="11970" y="284"/>
                    <a:pt x="12932" y="322"/>
                    <a:pt x="13893" y="277"/>
                  </a:cubicBezTo>
                  <a:cubicBezTo>
                    <a:pt x="14039" y="270"/>
                    <a:pt x="14043" y="43"/>
                    <a:pt x="13899" y="43"/>
                  </a:cubicBezTo>
                  <a:cubicBezTo>
                    <a:pt x="13897" y="43"/>
                    <a:pt x="13895" y="43"/>
                    <a:pt x="13893" y="43"/>
                  </a:cubicBezTo>
                  <a:cubicBezTo>
                    <a:pt x="13463" y="63"/>
                    <a:pt x="13034" y="65"/>
                    <a:pt x="12605" y="65"/>
                  </a:cubicBezTo>
                  <a:cubicBezTo>
                    <a:pt x="12516" y="65"/>
                    <a:pt x="12426" y="65"/>
                    <a:pt x="12337" y="65"/>
                  </a:cubicBezTo>
                  <a:cubicBezTo>
                    <a:pt x="11997" y="65"/>
                    <a:pt x="11658" y="66"/>
                    <a:pt x="11319" y="77"/>
                  </a:cubicBezTo>
                  <a:cubicBezTo>
                    <a:pt x="10410" y="107"/>
                    <a:pt x="9502" y="146"/>
                    <a:pt x="8594" y="172"/>
                  </a:cubicBezTo>
                  <a:cubicBezTo>
                    <a:pt x="7689" y="199"/>
                    <a:pt x="6782" y="220"/>
                    <a:pt x="5877" y="238"/>
                  </a:cubicBezTo>
                  <a:cubicBezTo>
                    <a:pt x="5141" y="254"/>
                    <a:pt x="4405" y="271"/>
                    <a:pt x="3669" y="271"/>
                  </a:cubicBezTo>
                  <a:cubicBezTo>
                    <a:pt x="3493" y="271"/>
                    <a:pt x="3316" y="270"/>
                    <a:pt x="3140" y="268"/>
                  </a:cubicBezTo>
                  <a:cubicBezTo>
                    <a:pt x="2884" y="264"/>
                    <a:pt x="2629" y="257"/>
                    <a:pt x="2374" y="241"/>
                  </a:cubicBezTo>
                  <a:cubicBezTo>
                    <a:pt x="2127" y="226"/>
                    <a:pt x="1886" y="192"/>
                    <a:pt x="1643" y="153"/>
                  </a:cubicBezTo>
                  <a:cubicBezTo>
                    <a:pt x="1150" y="77"/>
                    <a:pt x="651" y="2"/>
                    <a:pt x="15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4"/>
            <p:cNvSpPr/>
            <p:nvPr/>
          </p:nvSpPr>
          <p:spPr>
            <a:xfrm>
              <a:off x="-18779" y="2489314"/>
              <a:ext cx="155172" cy="46672"/>
            </a:xfrm>
            <a:custGeom>
              <a:avLst/>
              <a:gdLst/>
              <a:ahLst/>
              <a:cxnLst/>
              <a:rect l="l" t="t" r="r" b="b"/>
              <a:pathLst>
                <a:path w="3860" h="1161" extrusionOk="0">
                  <a:moveTo>
                    <a:pt x="329" y="304"/>
                  </a:moveTo>
                  <a:lnTo>
                    <a:pt x="319" y="308"/>
                  </a:lnTo>
                  <a:lnTo>
                    <a:pt x="319" y="308"/>
                  </a:lnTo>
                  <a:cubicBezTo>
                    <a:pt x="322" y="307"/>
                    <a:pt x="326" y="305"/>
                    <a:pt x="329" y="304"/>
                  </a:cubicBezTo>
                  <a:close/>
                  <a:moveTo>
                    <a:pt x="269" y="328"/>
                  </a:moveTo>
                  <a:lnTo>
                    <a:pt x="266" y="332"/>
                  </a:lnTo>
                  <a:lnTo>
                    <a:pt x="266" y="332"/>
                  </a:lnTo>
                  <a:cubicBezTo>
                    <a:pt x="267" y="331"/>
                    <a:pt x="268" y="329"/>
                    <a:pt x="269" y="328"/>
                  </a:cubicBezTo>
                  <a:close/>
                  <a:moveTo>
                    <a:pt x="256" y="344"/>
                  </a:moveTo>
                  <a:lnTo>
                    <a:pt x="255" y="346"/>
                  </a:lnTo>
                  <a:lnTo>
                    <a:pt x="255" y="346"/>
                  </a:lnTo>
                  <a:cubicBezTo>
                    <a:pt x="255" y="345"/>
                    <a:pt x="256" y="345"/>
                    <a:pt x="256" y="345"/>
                  </a:cubicBezTo>
                  <a:lnTo>
                    <a:pt x="256" y="345"/>
                  </a:lnTo>
                  <a:lnTo>
                    <a:pt x="255" y="346"/>
                  </a:lnTo>
                  <a:lnTo>
                    <a:pt x="255" y="346"/>
                  </a:lnTo>
                  <a:lnTo>
                    <a:pt x="255" y="347"/>
                  </a:lnTo>
                  <a:lnTo>
                    <a:pt x="255" y="347"/>
                  </a:lnTo>
                  <a:lnTo>
                    <a:pt x="255" y="347"/>
                  </a:lnTo>
                  <a:cubicBezTo>
                    <a:pt x="255" y="346"/>
                    <a:pt x="255" y="346"/>
                    <a:pt x="255" y="346"/>
                  </a:cubicBezTo>
                  <a:lnTo>
                    <a:pt x="255" y="346"/>
                  </a:lnTo>
                  <a:lnTo>
                    <a:pt x="250" y="349"/>
                  </a:lnTo>
                  <a:cubicBezTo>
                    <a:pt x="252" y="348"/>
                    <a:pt x="253" y="347"/>
                    <a:pt x="255" y="346"/>
                  </a:cubicBezTo>
                  <a:lnTo>
                    <a:pt x="255" y="346"/>
                  </a:lnTo>
                  <a:cubicBezTo>
                    <a:pt x="255" y="346"/>
                    <a:pt x="255" y="346"/>
                    <a:pt x="255" y="346"/>
                  </a:cubicBezTo>
                  <a:lnTo>
                    <a:pt x="255" y="346"/>
                  </a:lnTo>
                  <a:lnTo>
                    <a:pt x="255" y="346"/>
                  </a:lnTo>
                  <a:lnTo>
                    <a:pt x="255" y="346"/>
                  </a:lnTo>
                  <a:lnTo>
                    <a:pt x="255" y="346"/>
                  </a:lnTo>
                  <a:cubicBezTo>
                    <a:pt x="255" y="346"/>
                    <a:pt x="255" y="346"/>
                    <a:pt x="255" y="346"/>
                  </a:cubicBezTo>
                  <a:lnTo>
                    <a:pt x="255" y="346"/>
                  </a:lnTo>
                  <a:cubicBezTo>
                    <a:pt x="255" y="345"/>
                    <a:pt x="256" y="344"/>
                    <a:pt x="256" y="344"/>
                  </a:cubicBezTo>
                  <a:close/>
                  <a:moveTo>
                    <a:pt x="254" y="348"/>
                  </a:moveTo>
                  <a:lnTo>
                    <a:pt x="253" y="350"/>
                  </a:lnTo>
                  <a:lnTo>
                    <a:pt x="253" y="350"/>
                  </a:lnTo>
                  <a:cubicBezTo>
                    <a:pt x="254" y="349"/>
                    <a:pt x="254" y="349"/>
                    <a:pt x="254" y="348"/>
                  </a:cubicBezTo>
                  <a:lnTo>
                    <a:pt x="254" y="348"/>
                  </a:lnTo>
                  <a:cubicBezTo>
                    <a:pt x="254" y="348"/>
                    <a:pt x="254" y="348"/>
                    <a:pt x="254" y="348"/>
                  </a:cubicBezTo>
                  <a:close/>
                  <a:moveTo>
                    <a:pt x="248" y="363"/>
                  </a:moveTo>
                  <a:lnTo>
                    <a:pt x="244" y="372"/>
                  </a:lnTo>
                  <a:cubicBezTo>
                    <a:pt x="246" y="369"/>
                    <a:pt x="247" y="366"/>
                    <a:pt x="248" y="363"/>
                  </a:cubicBezTo>
                  <a:close/>
                  <a:moveTo>
                    <a:pt x="238" y="407"/>
                  </a:moveTo>
                  <a:lnTo>
                    <a:pt x="236" y="419"/>
                  </a:lnTo>
                  <a:cubicBezTo>
                    <a:pt x="236" y="415"/>
                    <a:pt x="237" y="411"/>
                    <a:pt x="238" y="407"/>
                  </a:cubicBezTo>
                  <a:close/>
                  <a:moveTo>
                    <a:pt x="242" y="542"/>
                  </a:moveTo>
                  <a:lnTo>
                    <a:pt x="244" y="560"/>
                  </a:lnTo>
                  <a:cubicBezTo>
                    <a:pt x="244" y="554"/>
                    <a:pt x="243" y="548"/>
                    <a:pt x="242" y="542"/>
                  </a:cubicBezTo>
                  <a:close/>
                  <a:moveTo>
                    <a:pt x="944" y="1"/>
                  </a:moveTo>
                  <a:cubicBezTo>
                    <a:pt x="814" y="1"/>
                    <a:pt x="684" y="6"/>
                    <a:pt x="555" y="21"/>
                  </a:cubicBezTo>
                  <a:cubicBezTo>
                    <a:pt x="430" y="36"/>
                    <a:pt x="308" y="56"/>
                    <a:pt x="195" y="110"/>
                  </a:cubicBezTo>
                  <a:cubicBezTo>
                    <a:pt x="140" y="133"/>
                    <a:pt x="93" y="172"/>
                    <a:pt x="57" y="220"/>
                  </a:cubicBezTo>
                  <a:cubicBezTo>
                    <a:pt x="16" y="286"/>
                    <a:pt x="4" y="366"/>
                    <a:pt x="2" y="441"/>
                  </a:cubicBezTo>
                  <a:cubicBezTo>
                    <a:pt x="1" y="594"/>
                    <a:pt x="45" y="746"/>
                    <a:pt x="74" y="895"/>
                  </a:cubicBezTo>
                  <a:cubicBezTo>
                    <a:pt x="80" y="925"/>
                    <a:pt x="86" y="955"/>
                    <a:pt x="91" y="986"/>
                  </a:cubicBezTo>
                  <a:lnTo>
                    <a:pt x="91" y="986"/>
                  </a:lnTo>
                  <a:lnTo>
                    <a:pt x="87" y="961"/>
                  </a:lnTo>
                  <a:lnTo>
                    <a:pt x="87" y="961"/>
                  </a:lnTo>
                  <a:cubicBezTo>
                    <a:pt x="89" y="971"/>
                    <a:pt x="90" y="980"/>
                    <a:pt x="91" y="990"/>
                  </a:cubicBezTo>
                  <a:lnTo>
                    <a:pt x="91" y="990"/>
                  </a:lnTo>
                  <a:cubicBezTo>
                    <a:pt x="91" y="988"/>
                    <a:pt x="91" y="987"/>
                    <a:pt x="91" y="986"/>
                  </a:cubicBezTo>
                  <a:lnTo>
                    <a:pt x="91" y="986"/>
                  </a:lnTo>
                  <a:lnTo>
                    <a:pt x="91" y="990"/>
                  </a:lnTo>
                  <a:lnTo>
                    <a:pt x="91" y="990"/>
                  </a:lnTo>
                  <a:cubicBezTo>
                    <a:pt x="91" y="990"/>
                    <a:pt x="91" y="990"/>
                    <a:pt x="91" y="990"/>
                  </a:cubicBezTo>
                  <a:lnTo>
                    <a:pt x="91" y="990"/>
                  </a:lnTo>
                  <a:cubicBezTo>
                    <a:pt x="91" y="991"/>
                    <a:pt x="91" y="992"/>
                    <a:pt x="91" y="992"/>
                  </a:cubicBezTo>
                  <a:lnTo>
                    <a:pt x="91" y="990"/>
                  </a:lnTo>
                  <a:lnTo>
                    <a:pt x="91" y="990"/>
                  </a:lnTo>
                  <a:cubicBezTo>
                    <a:pt x="93" y="1008"/>
                    <a:pt x="94" y="1025"/>
                    <a:pt x="94" y="1043"/>
                  </a:cubicBezTo>
                  <a:cubicBezTo>
                    <a:pt x="94" y="1103"/>
                    <a:pt x="144" y="1160"/>
                    <a:pt x="206" y="1160"/>
                  </a:cubicBezTo>
                  <a:cubicBezTo>
                    <a:pt x="208" y="1160"/>
                    <a:pt x="209" y="1160"/>
                    <a:pt x="210" y="1160"/>
                  </a:cubicBezTo>
                  <a:cubicBezTo>
                    <a:pt x="274" y="1160"/>
                    <a:pt x="326" y="1108"/>
                    <a:pt x="328" y="1044"/>
                  </a:cubicBezTo>
                  <a:lnTo>
                    <a:pt x="328" y="1044"/>
                  </a:lnTo>
                  <a:cubicBezTo>
                    <a:pt x="328" y="1045"/>
                    <a:pt x="328" y="1045"/>
                    <a:pt x="328" y="1045"/>
                  </a:cubicBezTo>
                  <a:lnTo>
                    <a:pt x="328" y="1043"/>
                  </a:lnTo>
                  <a:cubicBezTo>
                    <a:pt x="328" y="1044"/>
                    <a:pt x="328" y="1044"/>
                    <a:pt x="328" y="1044"/>
                  </a:cubicBezTo>
                  <a:lnTo>
                    <a:pt x="328" y="1044"/>
                  </a:lnTo>
                  <a:cubicBezTo>
                    <a:pt x="324" y="958"/>
                    <a:pt x="312" y="872"/>
                    <a:pt x="291" y="788"/>
                  </a:cubicBezTo>
                  <a:cubicBezTo>
                    <a:pt x="273" y="706"/>
                    <a:pt x="254" y="622"/>
                    <a:pt x="241" y="537"/>
                  </a:cubicBezTo>
                  <a:lnTo>
                    <a:pt x="241" y="537"/>
                  </a:lnTo>
                  <a:cubicBezTo>
                    <a:pt x="236" y="491"/>
                    <a:pt x="235" y="444"/>
                    <a:pt x="239" y="397"/>
                  </a:cubicBezTo>
                  <a:lnTo>
                    <a:pt x="239" y="397"/>
                  </a:lnTo>
                  <a:cubicBezTo>
                    <a:pt x="242" y="384"/>
                    <a:pt x="246" y="371"/>
                    <a:pt x="250" y="358"/>
                  </a:cubicBezTo>
                  <a:lnTo>
                    <a:pt x="250" y="358"/>
                  </a:lnTo>
                  <a:cubicBezTo>
                    <a:pt x="252" y="354"/>
                    <a:pt x="254" y="350"/>
                    <a:pt x="257" y="346"/>
                  </a:cubicBezTo>
                  <a:lnTo>
                    <a:pt x="257" y="346"/>
                  </a:lnTo>
                  <a:cubicBezTo>
                    <a:pt x="260" y="343"/>
                    <a:pt x="263" y="340"/>
                    <a:pt x="266" y="338"/>
                  </a:cubicBezTo>
                  <a:lnTo>
                    <a:pt x="266" y="338"/>
                  </a:lnTo>
                  <a:lnTo>
                    <a:pt x="258" y="344"/>
                  </a:lnTo>
                  <a:lnTo>
                    <a:pt x="258" y="344"/>
                  </a:lnTo>
                  <a:cubicBezTo>
                    <a:pt x="258" y="344"/>
                    <a:pt x="258" y="344"/>
                    <a:pt x="258" y="343"/>
                  </a:cubicBezTo>
                  <a:lnTo>
                    <a:pt x="258" y="343"/>
                  </a:lnTo>
                  <a:cubicBezTo>
                    <a:pt x="262" y="340"/>
                    <a:pt x="266" y="338"/>
                    <a:pt x="270" y="335"/>
                  </a:cubicBezTo>
                  <a:lnTo>
                    <a:pt x="270" y="335"/>
                  </a:lnTo>
                  <a:cubicBezTo>
                    <a:pt x="269" y="336"/>
                    <a:pt x="268" y="337"/>
                    <a:pt x="266" y="338"/>
                  </a:cubicBezTo>
                  <a:lnTo>
                    <a:pt x="266" y="338"/>
                  </a:lnTo>
                  <a:lnTo>
                    <a:pt x="272" y="334"/>
                  </a:lnTo>
                  <a:lnTo>
                    <a:pt x="272" y="334"/>
                  </a:lnTo>
                  <a:cubicBezTo>
                    <a:pt x="271" y="334"/>
                    <a:pt x="271" y="335"/>
                    <a:pt x="270" y="335"/>
                  </a:cubicBezTo>
                  <a:lnTo>
                    <a:pt x="270" y="335"/>
                  </a:lnTo>
                  <a:cubicBezTo>
                    <a:pt x="272" y="334"/>
                    <a:pt x="273" y="333"/>
                    <a:pt x="274" y="332"/>
                  </a:cubicBezTo>
                  <a:lnTo>
                    <a:pt x="274" y="332"/>
                  </a:lnTo>
                  <a:lnTo>
                    <a:pt x="272" y="334"/>
                  </a:lnTo>
                  <a:lnTo>
                    <a:pt x="272" y="334"/>
                  </a:lnTo>
                  <a:cubicBezTo>
                    <a:pt x="284" y="326"/>
                    <a:pt x="297" y="319"/>
                    <a:pt x="310" y="312"/>
                  </a:cubicBezTo>
                  <a:lnTo>
                    <a:pt x="310" y="312"/>
                  </a:lnTo>
                  <a:cubicBezTo>
                    <a:pt x="390" y="283"/>
                    <a:pt x="474" y="263"/>
                    <a:pt x="559" y="253"/>
                  </a:cubicBezTo>
                  <a:lnTo>
                    <a:pt x="559" y="253"/>
                  </a:lnTo>
                  <a:lnTo>
                    <a:pt x="528" y="257"/>
                  </a:lnTo>
                  <a:cubicBezTo>
                    <a:pt x="669" y="241"/>
                    <a:pt x="811" y="233"/>
                    <a:pt x="953" y="233"/>
                  </a:cubicBezTo>
                  <a:cubicBezTo>
                    <a:pt x="989" y="233"/>
                    <a:pt x="1025" y="233"/>
                    <a:pt x="1062" y="235"/>
                  </a:cubicBezTo>
                  <a:cubicBezTo>
                    <a:pt x="1197" y="236"/>
                    <a:pt x="1330" y="243"/>
                    <a:pt x="1465" y="243"/>
                  </a:cubicBezTo>
                  <a:cubicBezTo>
                    <a:pt x="1476" y="243"/>
                    <a:pt x="1487" y="243"/>
                    <a:pt x="1498" y="243"/>
                  </a:cubicBezTo>
                  <a:cubicBezTo>
                    <a:pt x="1620" y="242"/>
                    <a:pt x="1743" y="237"/>
                    <a:pt x="1865" y="237"/>
                  </a:cubicBezTo>
                  <a:cubicBezTo>
                    <a:pt x="1993" y="237"/>
                    <a:pt x="2120" y="239"/>
                    <a:pt x="2248" y="243"/>
                  </a:cubicBezTo>
                  <a:cubicBezTo>
                    <a:pt x="2480" y="250"/>
                    <a:pt x="2712" y="263"/>
                    <a:pt x="2943" y="274"/>
                  </a:cubicBezTo>
                  <a:cubicBezTo>
                    <a:pt x="3171" y="287"/>
                    <a:pt x="3399" y="296"/>
                    <a:pt x="3627" y="298"/>
                  </a:cubicBezTo>
                  <a:lnTo>
                    <a:pt x="3627" y="298"/>
                  </a:lnTo>
                  <a:cubicBezTo>
                    <a:pt x="3627" y="524"/>
                    <a:pt x="3624" y="751"/>
                    <a:pt x="3593" y="975"/>
                  </a:cubicBezTo>
                  <a:lnTo>
                    <a:pt x="3598" y="944"/>
                  </a:lnTo>
                  <a:lnTo>
                    <a:pt x="3598" y="944"/>
                  </a:lnTo>
                  <a:cubicBezTo>
                    <a:pt x="3595" y="967"/>
                    <a:pt x="3592" y="990"/>
                    <a:pt x="3588" y="1012"/>
                  </a:cubicBezTo>
                  <a:cubicBezTo>
                    <a:pt x="3581" y="1042"/>
                    <a:pt x="3585" y="1075"/>
                    <a:pt x="3601" y="1101"/>
                  </a:cubicBezTo>
                  <a:cubicBezTo>
                    <a:pt x="3621" y="1139"/>
                    <a:pt x="3660" y="1160"/>
                    <a:pt x="3700" y="1160"/>
                  </a:cubicBezTo>
                  <a:cubicBezTo>
                    <a:pt x="3720" y="1160"/>
                    <a:pt x="3741" y="1155"/>
                    <a:pt x="3759" y="1144"/>
                  </a:cubicBezTo>
                  <a:cubicBezTo>
                    <a:pt x="3786" y="1128"/>
                    <a:pt x="3805" y="1103"/>
                    <a:pt x="3813" y="1075"/>
                  </a:cubicBezTo>
                  <a:cubicBezTo>
                    <a:pt x="3850" y="845"/>
                    <a:pt x="3857" y="614"/>
                    <a:pt x="3860" y="383"/>
                  </a:cubicBezTo>
                  <a:lnTo>
                    <a:pt x="3860" y="182"/>
                  </a:lnTo>
                  <a:cubicBezTo>
                    <a:pt x="3858" y="118"/>
                    <a:pt x="3806" y="66"/>
                    <a:pt x="3742" y="66"/>
                  </a:cubicBezTo>
                  <a:cubicBezTo>
                    <a:pt x="3401" y="66"/>
                    <a:pt x="3061" y="48"/>
                    <a:pt x="2719" y="31"/>
                  </a:cubicBezTo>
                  <a:cubicBezTo>
                    <a:pt x="2430" y="16"/>
                    <a:pt x="2139" y="4"/>
                    <a:pt x="1848" y="4"/>
                  </a:cubicBezTo>
                  <a:cubicBezTo>
                    <a:pt x="1779" y="4"/>
                    <a:pt x="1710" y="5"/>
                    <a:pt x="1641" y="6"/>
                  </a:cubicBezTo>
                  <a:cubicBezTo>
                    <a:pt x="1586" y="8"/>
                    <a:pt x="1531" y="9"/>
                    <a:pt x="1476" y="9"/>
                  </a:cubicBezTo>
                  <a:cubicBezTo>
                    <a:pt x="1421" y="9"/>
                    <a:pt x="1366" y="8"/>
                    <a:pt x="1311" y="6"/>
                  </a:cubicBezTo>
                  <a:cubicBezTo>
                    <a:pt x="1189" y="4"/>
                    <a:pt x="1066" y="1"/>
                    <a:pt x="9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5" name="Google Shape;145;p4"/>
          <p:cNvSpPr/>
          <p:nvPr/>
        </p:nvSpPr>
        <p:spPr>
          <a:xfrm flipH="1">
            <a:off x="253489" y="2700706"/>
            <a:ext cx="603261" cy="612933"/>
          </a:xfrm>
          <a:custGeom>
            <a:avLst/>
            <a:gdLst/>
            <a:ahLst/>
            <a:cxnLst/>
            <a:rect l="l" t="t" r="r" b="b"/>
            <a:pathLst>
              <a:path w="10541" h="10710" extrusionOk="0">
                <a:moveTo>
                  <a:pt x="3783" y="1"/>
                </a:moveTo>
                <a:cubicBezTo>
                  <a:pt x="3499" y="1"/>
                  <a:pt x="2763" y="236"/>
                  <a:pt x="2846" y="3430"/>
                </a:cubicBezTo>
                <a:cubicBezTo>
                  <a:pt x="2929" y="6666"/>
                  <a:pt x="3347" y="8227"/>
                  <a:pt x="4017" y="9956"/>
                </a:cubicBezTo>
                <a:cubicBezTo>
                  <a:pt x="4017" y="9956"/>
                  <a:pt x="3486" y="9426"/>
                  <a:pt x="2595" y="7920"/>
                </a:cubicBezTo>
                <a:cubicBezTo>
                  <a:pt x="1719" y="6442"/>
                  <a:pt x="1213" y="5664"/>
                  <a:pt x="639" y="5664"/>
                </a:cubicBezTo>
                <a:cubicBezTo>
                  <a:pt x="629" y="5664"/>
                  <a:pt x="618" y="5664"/>
                  <a:pt x="607" y="5664"/>
                </a:cubicBezTo>
                <a:cubicBezTo>
                  <a:pt x="22" y="5693"/>
                  <a:pt x="1" y="6665"/>
                  <a:pt x="781" y="7920"/>
                </a:cubicBezTo>
                <a:cubicBezTo>
                  <a:pt x="1563" y="9175"/>
                  <a:pt x="2344" y="10067"/>
                  <a:pt x="3989" y="10485"/>
                </a:cubicBezTo>
                <a:cubicBezTo>
                  <a:pt x="3989" y="10485"/>
                  <a:pt x="3915" y="10710"/>
                  <a:pt x="4771" y="10710"/>
                </a:cubicBezTo>
                <a:cubicBezTo>
                  <a:pt x="5085" y="10710"/>
                  <a:pt x="5523" y="10680"/>
                  <a:pt x="6136" y="10597"/>
                </a:cubicBezTo>
                <a:cubicBezTo>
                  <a:pt x="10235" y="8506"/>
                  <a:pt x="10541" y="5912"/>
                  <a:pt x="9984" y="5662"/>
                </a:cubicBezTo>
                <a:cubicBezTo>
                  <a:pt x="9963" y="5652"/>
                  <a:pt x="9940" y="5648"/>
                  <a:pt x="9916" y="5648"/>
                </a:cubicBezTo>
                <a:cubicBezTo>
                  <a:pt x="9277" y="5648"/>
                  <a:pt x="7348" y="8664"/>
                  <a:pt x="5523" y="9845"/>
                </a:cubicBezTo>
                <a:cubicBezTo>
                  <a:pt x="7251" y="7223"/>
                  <a:pt x="9399" y="2874"/>
                  <a:pt x="8757" y="2205"/>
                </a:cubicBezTo>
                <a:cubicBezTo>
                  <a:pt x="8652" y="2095"/>
                  <a:pt x="8497" y="2032"/>
                  <a:pt x="8311" y="2032"/>
                </a:cubicBezTo>
                <a:cubicBezTo>
                  <a:pt x="7782" y="2032"/>
                  <a:pt x="6997" y="2539"/>
                  <a:pt x="6357" y="3921"/>
                </a:cubicBezTo>
                <a:cubicBezTo>
                  <a:pt x="5493" y="5789"/>
                  <a:pt x="5607" y="8339"/>
                  <a:pt x="4880" y="9705"/>
                </a:cubicBezTo>
                <a:cubicBezTo>
                  <a:pt x="4880" y="9705"/>
                  <a:pt x="5026" y="6730"/>
                  <a:pt x="4969" y="4890"/>
                </a:cubicBezTo>
                <a:cubicBezTo>
                  <a:pt x="4912" y="3049"/>
                  <a:pt x="4289" y="11"/>
                  <a:pt x="3793" y="1"/>
                </a:cubicBezTo>
                <a:cubicBezTo>
                  <a:pt x="3790" y="1"/>
                  <a:pt x="3786" y="1"/>
                  <a:pt x="378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4"/>
          <p:cNvSpPr/>
          <p:nvPr/>
        </p:nvSpPr>
        <p:spPr>
          <a:xfrm flipH="1">
            <a:off x="312437" y="3276836"/>
            <a:ext cx="535444" cy="469916"/>
          </a:xfrm>
          <a:custGeom>
            <a:avLst/>
            <a:gdLst/>
            <a:ahLst/>
            <a:cxnLst/>
            <a:rect l="l" t="t" r="r" b="b"/>
            <a:pathLst>
              <a:path w="9356" h="8211" extrusionOk="0">
                <a:moveTo>
                  <a:pt x="935" y="0"/>
                </a:moveTo>
                <a:cubicBezTo>
                  <a:pt x="558" y="0"/>
                  <a:pt x="126" y="251"/>
                  <a:pt x="126" y="614"/>
                </a:cubicBezTo>
                <a:cubicBezTo>
                  <a:pt x="0" y="2539"/>
                  <a:pt x="393" y="7674"/>
                  <a:pt x="3166" y="8080"/>
                </a:cubicBezTo>
                <a:cubicBezTo>
                  <a:pt x="3699" y="8155"/>
                  <a:pt x="4296" y="8211"/>
                  <a:pt x="4921" y="8211"/>
                </a:cubicBezTo>
                <a:cubicBezTo>
                  <a:pt x="5548" y="8211"/>
                  <a:pt x="6203" y="8154"/>
                  <a:pt x="6850" y="8003"/>
                </a:cubicBezTo>
                <a:cubicBezTo>
                  <a:pt x="8398" y="7334"/>
                  <a:pt x="9356" y="5466"/>
                  <a:pt x="9272" y="697"/>
                </a:cubicBezTo>
                <a:cubicBezTo>
                  <a:pt x="9272" y="363"/>
                  <a:pt x="9175" y="0"/>
                  <a:pt x="86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4"/>
          <p:cNvSpPr/>
          <p:nvPr/>
        </p:nvSpPr>
        <p:spPr>
          <a:xfrm flipH="1">
            <a:off x="-45731" y="3700330"/>
            <a:ext cx="1321374" cy="741801"/>
          </a:xfrm>
          <a:custGeom>
            <a:avLst/>
            <a:gdLst/>
            <a:ahLst/>
            <a:cxnLst/>
            <a:rect l="l" t="t" r="r" b="b"/>
            <a:pathLst>
              <a:path w="60704" h="27788" extrusionOk="0">
                <a:moveTo>
                  <a:pt x="1" y="0"/>
                </a:moveTo>
                <a:lnTo>
                  <a:pt x="1" y="27788"/>
                </a:lnTo>
                <a:lnTo>
                  <a:pt x="60703" y="27788"/>
                </a:lnTo>
                <a:lnTo>
                  <a:pt x="6070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4"/>
          <p:cNvSpPr/>
          <p:nvPr/>
        </p:nvSpPr>
        <p:spPr>
          <a:xfrm flipH="1">
            <a:off x="-45750" y="3700325"/>
            <a:ext cx="1348932" cy="199868"/>
          </a:xfrm>
          <a:custGeom>
            <a:avLst/>
            <a:gdLst/>
            <a:ahLst/>
            <a:cxnLst/>
            <a:rect l="l" t="t" r="r" b="b"/>
            <a:pathLst>
              <a:path w="61970" h="3670" extrusionOk="0">
                <a:moveTo>
                  <a:pt x="1" y="0"/>
                </a:moveTo>
                <a:lnTo>
                  <a:pt x="1" y="3669"/>
                </a:lnTo>
                <a:lnTo>
                  <a:pt x="61969" y="3669"/>
                </a:lnTo>
                <a:lnTo>
                  <a:pt x="6196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4"/>
          <p:cNvSpPr/>
          <p:nvPr/>
        </p:nvSpPr>
        <p:spPr>
          <a:xfrm>
            <a:off x="413700" y="319350"/>
            <a:ext cx="8316600" cy="4504800"/>
          </a:xfrm>
          <a:prstGeom prst="rect">
            <a:avLst/>
          </a:prstGeom>
          <a:solidFill>
            <a:srgbClr val="FFFFFF">
              <a:alpha val="844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4"/>
          <p:cNvSpPr txBox="1">
            <a:spLocks noGrp="1"/>
          </p:cNvSpPr>
          <p:nvPr>
            <p:ph type="body" idx="1"/>
          </p:nvPr>
        </p:nvSpPr>
        <p:spPr>
          <a:xfrm>
            <a:off x="720000" y="1082401"/>
            <a:ext cx="7704000" cy="3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 sz="1200"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1" name="Google Shape;191;p6"/>
          <p:cNvGrpSpPr/>
          <p:nvPr/>
        </p:nvGrpSpPr>
        <p:grpSpPr>
          <a:xfrm flipH="1">
            <a:off x="7072565" y="251813"/>
            <a:ext cx="765914" cy="765914"/>
            <a:chOff x="7841675" y="577013"/>
            <a:chExt cx="765914" cy="765914"/>
          </a:xfrm>
        </p:grpSpPr>
        <p:sp>
          <p:nvSpPr>
            <p:cNvPr id="192" name="Google Shape;192;p6"/>
            <p:cNvSpPr/>
            <p:nvPr/>
          </p:nvSpPr>
          <p:spPr>
            <a:xfrm>
              <a:off x="7841675" y="577013"/>
              <a:ext cx="765914" cy="765914"/>
            </a:xfrm>
            <a:custGeom>
              <a:avLst/>
              <a:gdLst/>
              <a:ahLst/>
              <a:cxnLst/>
              <a:rect l="l" t="t" r="r" b="b"/>
              <a:pathLst>
                <a:path w="13649" h="13649" extrusionOk="0">
                  <a:moveTo>
                    <a:pt x="6825" y="0"/>
                  </a:moveTo>
                  <a:cubicBezTo>
                    <a:pt x="5016" y="0"/>
                    <a:pt x="3280" y="720"/>
                    <a:pt x="2000" y="1999"/>
                  </a:cubicBezTo>
                  <a:cubicBezTo>
                    <a:pt x="721" y="3279"/>
                    <a:pt x="1" y="5014"/>
                    <a:pt x="1" y="6824"/>
                  </a:cubicBezTo>
                  <a:cubicBezTo>
                    <a:pt x="1" y="8634"/>
                    <a:pt x="721" y="10370"/>
                    <a:pt x="2000" y="11650"/>
                  </a:cubicBezTo>
                  <a:cubicBezTo>
                    <a:pt x="3280" y="12929"/>
                    <a:pt x="5016" y="13648"/>
                    <a:pt x="6825" y="13648"/>
                  </a:cubicBezTo>
                  <a:cubicBezTo>
                    <a:pt x="8635" y="13648"/>
                    <a:pt x="10371" y="12929"/>
                    <a:pt x="11650" y="11650"/>
                  </a:cubicBezTo>
                  <a:cubicBezTo>
                    <a:pt x="12931" y="10370"/>
                    <a:pt x="13649" y="8634"/>
                    <a:pt x="13649" y="6824"/>
                  </a:cubicBezTo>
                  <a:cubicBezTo>
                    <a:pt x="13649" y="5014"/>
                    <a:pt x="12931" y="3279"/>
                    <a:pt x="11650" y="1999"/>
                  </a:cubicBezTo>
                  <a:cubicBezTo>
                    <a:pt x="10371" y="720"/>
                    <a:pt x="8635" y="0"/>
                    <a:pt x="68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6"/>
            <p:cNvSpPr/>
            <p:nvPr/>
          </p:nvSpPr>
          <p:spPr>
            <a:xfrm>
              <a:off x="7904801" y="640027"/>
              <a:ext cx="639767" cy="639879"/>
            </a:xfrm>
            <a:custGeom>
              <a:avLst/>
              <a:gdLst/>
              <a:ahLst/>
              <a:cxnLst/>
              <a:rect l="l" t="t" r="r" b="b"/>
              <a:pathLst>
                <a:path w="11401" h="11403" extrusionOk="0">
                  <a:moveTo>
                    <a:pt x="5700" y="1"/>
                  </a:moveTo>
                  <a:cubicBezTo>
                    <a:pt x="2552" y="1"/>
                    <a:pt x="1" y="2554"/>
                    <a:pt x="1" y="5701"/>
                  </a:cubicBezTo>
                  <a:cubicBezTo>
                    <a:pt x="1" y="8849"/>
                    <a:pt x="2552" y="11402"/>
                    <a:pt x="5700" y="11402"/>
                  </a:cubicBezTo>
                  <a:cubicBezTo>
                    <a:pt x="8848" y="11402"/>
                    <a:pt x="11401" y="8849"/>
                    <a:pt x="11401" y="5701"/>
                  </a:cubicBezTo>
                  <a:cubicBezTo>
                    <a:pt x="11401" y="2554"/>
                    <a:pt x="8848" y="1"/>
                    <a:pt x="570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6"/>
            <p:cNvSpPr/>
            <p:nvPr/>
          </p:nvSpPr>
          <p:spPr>
            <a:xfrm>
              <a:off x="8210614" y="728516"/>
              <a:ext cx="220981" cy="261440"/>
            </a:xfrm>
            <a:custGeom>
              <a:avLst/>
              <a:gdLst/>
              <a:ahLst/>
              <a:cxnLst/>
              <a:rect l="l" t="t" r="r" b="b"/>
              <a:pathLst>
                <a:path w="3938" h="4659" extrusionOk="0">
                  <a:moveTo>
                    <a:pt x="267" y="0"/>
                  </a:moveTo>
                  <a:cubicBezTo>
                    <a:pt x="134" y="0"/>
                    <a:pt x="2" y="85"/>
                    <a:pt x="2" y="256"/>
                  </a:cubicBezTo>
                  <a:lnTo>
                    <a:pt x="2" y="4395"/>
                  </a:lnTo>
                  <a:cubicBezTo>
                    <a:pt x="1" y="4462"/>
                    <a:pt x="26" y="4525"/>
                    <a:pt x="73" y="4574"/>
                  </a:cubicBezTo>
                  <a:cubicBezTo>
                    <a:pt x="76" y="4576"/>
                    <a:pt x="80" y="4579"/>
                    <a:pt x="83" y="4582"/>
                  </a:cubicBezTo>
                  <a:cubicBezTo>
                    <a:pt x="86" y="4586"/>
                    <a:pt x="86" y="4586"/>
                    <a:pt x="87" y="4588"/>
                  </a:cubicBezTo>
                  <a:cubicBezTo>
                    <a:pt x="133" y="4632"/>
                    <a:pt x="194" y="4659"/>
                    <a:pt x="257" y="4659"/>
                  </a:cubicBezTo>
                  <a:cubicBezTo>
                    <a:pt x="261" y="4659"/>
                    <a:pt x="264" y="4659"/>
                    <a:pt x="267" y="4659"/>
                  </a:cubicBezTo>
                  <a:lnTo>
                    <a:pt x="3596" y="4659"/>
                  </a:lnTo>
                  <a:cubicBezTo>
                    <a:pt x="3937" y="4659"/>
                    <a:pt x="3937" y="4130"/>
                    <a:pt x="3597" y="4130"/>
                  </a:cubicBezTo>
                  <a:lnTo>
                    <a:pt x="532" y="4130"/>
                  </a:lnTo>
                  <a:lnTo>
                    <a:pt x="532" y="256"/>
                  </a:lnTo>
                  <a:cubicBezTo>
                    <a:pt x="532" y="85"/>
                    <a:pt x="399" y="0"/>
                    <a:pt x="2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5" name="Google Shape;195;p6"/>
          <p:cNvSpPr/>
          <p:nvPr/>
        </p:nvSpPr>
        <p:spPr>
          <a:xfrm flipH="1">
            <a:off x="-41671" y="4286250"/>
            <a:ext cx="9235500" cy="866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6"/>
          <p:cNvSpPr/>
          <p:nvPr/>
        </p:nvSpPr>
        <p:spPr>
          <a:xfrm flipH="1">
            <a:off x="-43614" y="4289225"/>
            <a:ext cx="9191681" cy="126673"/>
          </a:xfrm>
          <a:custGeom>
            <a:avLst/>
            <a:gdLst/>
            <a:ahLst/>
            <a:cxnLst/>
            <a:rect l="l" t="t" r="r" b="b"/>
            <a:pathLst>
              <a:path w="150197" h="2386" extrusionOk="0">
                <a:moveTo>
                  <a:pt x="0" y="0"/>
                </a:moveTo>
                <a:lnTo>
                  <a:pt x="0" y="2386"/>
                </a:lnTo>
                <a:lnTo>
                  <a:pt x="150197" y="2386"/>
                </a:lnTo>
                <a:lnTo>
                  <a:pt x="15019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7" name="Google Shape;197;p6"/>
          <p:cNvGrpSpPr/>
          <p:nvPr/>
        </p:nvGrpSpPr>
        <p:grpSpPr>
          <a:xfrm flipH="1">
            <a:off x="8326191" y="1376895"/>
            <a:ext cx="936300" cy="3149730"/>
            <a:chOff x="-112" y="1376895"/>
            <a:chExt cx="936300" cy="3149730"/>
          </a:xfrm>
        </p:grpSpPr>
        <p:sp>
          <p:nvSpPr>
            <p:cNvPr id="198" name="Google Shape;198;p6"/>
            <p:cNvSpPr/>
            <p:nvPr/>
          </p:nvSpPr>
          <p:spPr>
            <a:xfrm>
              <a:off x="-112" y="1762125"/>
              <a:ext cx="936300" cy="2764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6"/>
            <p:cNvSpPr/>
            <p:nvPr/>
          </p:nvSpPr>
          <p:spPr>
            <a:xfrm>
              <a:off x="165588" y="1376895"/>
              <a:ext cx="656004" cy="426471"/>
            </a:xfrm>
            <a:custGeom>
              <a:avLst/>
              <a:gdLst/>
              <a:ahLst/>
              <a:cxnLst/>
              <a:rect l="l" t="t" r="r" b="b"/>
              <a:pathLst>
                <a:path w="14390" h="9355" extrusionOk="0">
                  <a:moveTo>
                    <a:pt x="3478" y="1"/>
                  </a:moveTo>
                  <a:cubicBezTo>
                    <a:pt x="3157" y="1"/>
                    <a:pt x="2884" y="3"/>
                    <a:pt x="2672" y="8"/>
                  </a:cubicBezTo>
                  <a:cubicBezTo>
                    <a:pt x="689" y="50"/>
                    <a:pt x="87" y="94"/>
                    <a:pt x="87" y="697"/>
                  </a:cubicBezTo>
                  <a:cubicBezTo>
                    <a:pt x="87" y="1301"/>
                    <a:pt x="0" y="7546"/>
                    <a:pt x="87" y="9010"/>
                  </a:cubicBezTo>
                  <a:lnTo>
                    <a:pt x="14303" y="9355"/>
                  </a:lnTo>
                  <a:cubicBezTo>
                    <a:pt x="14303" y="9355"/>
                    <a:pt x="14389" y="4789"/>
                    <a:pt x="14389" y="2635"/>
                  </a:cubicBezTo>
                  <a:cubicBezTo>
                    <a:pt x="14389" y="482"/>
                    <a:pt x="14044" y="309"/>
                    <a:pt x="13053" y="223"/>
                  </a:cubicBezTo>
                  <a:cubicBezTo>
                    <a:pt x="12167" y="147"/>
                    <a:pt x="6163" y="1"/>
                    <a:pt x="34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6"/>
            <p:cNvSpPr/>
            <p:nvPr/>
          </p:nvSpPr>
          <p:spPr>
            <a:xfrm>
              <a:off x="77392" y="3528050"/>
              <a:ext cx="813208" cy="28250"/>
            </a:xfrm>
            <a:custGeom>
              <a:avLst/>
              <a:gdLst/>
              <a:ahLst/>
              <a:cxnLst/>
              <a:rect l="l" t="t" r="r" b="b"/>
              <a:pathLst>
                <a:path w="34029" h="620" extrusionOk="0">
                  <a:moveTo>
                    <a:pt x="33879" y="0"/>
                  </a:moveTo>
                  <a:cubicBezTo>
                    <a:pt x="33879" y="0"/>
                    <a:pt x="33879" y="0"/>
                    <a:pt x="33878" y="0"/>
                  </a:cubicBezTo>
                  <a:lnTo>
                    <a:pt x="32971" y="10"/>
                  </a:lnTo>
                  <a:lnTo>
                    <a:pt x="30525" y="38"/>
                  </a:lnTo>
                  <a:lnTo>
                    <a:pt x="26883" y="80"/>
                  </a:lnTo>
                  <a:lnTo>
                    <a:pt x="22470" y="131"/>
                  </a:lnTo>
                  <a:lnTo>
                    <a:pt x="17605" y="186"/>
                  </a:lnTo>
                  <a:lnTo>
                    <a:pt x="12726" y="241"/>
                  </a:lnTo>
                  <a:lnTo>
                    <a:pt x="8146" y="295"/>
                  </a:lnTo>
                  <a:lnTo>
                    <a:pt x="4303" y="339"/>
                  </a:lnTo>
                  <a:lnTo>
                    <a:pt x="1519" y="370"/>
                  </a:lnTo>
                  <a:cubicBezTo>
                    <a:pt x="1083" y="376"/>
                    <a:pt x="645" y="373"/>
                    <a:pt x="208" y="386"/>
                  </a:cubicBezTo>
                  <a:lnTo>
                    <a:pt x="152" y="386"/>
                  </a:lnTo>
                  <a:cubicBezTo>
                    <a:pt x="2" y="387"/>
                    <a:pt x="0" y="619"/>
                    <a:pt x="150" y="619"/>
                  </a:cubicBezTo>
                  <a:cubicBezTo>
                    <a:pt x="151" y="619"/>
                    <a:pt x="151" y="619"/>
                    <a:pt x="152" y="619"/>
                  </a:cubicBezTo>
                  <a:lnTo>
                    <a:pt x="152" y="618"/>
                  </a:lnTo>
                  <a:lnTo>
                    <a:pt x="1058" y="608"/>
                  </a:lnTo>
                  <a:lnTo>
                    <a:pt x="3505" y="580"/>
                  </a:lnTo>
                  <a:lnTo>
                    <a:pt x="7146" y="538"/>
                  </a:lnTo>
                  <a:lnTo>
                    <a:pt x="11559" y="488"/>
                  </a:lnTo>
                  <a:lnTo>
                    <a:pt x="16425" y="432"/>
                  </a:lnTo>
                  <a:lnTo>
                    <a:pt x="21302" y="377"/>
                  </a:lnTo>
                  <a:lnTo>
                    <a:pt x="25882" y="325"/>
                  </a:lnTo>
                  <a:lnTo>
                    <a:pt x="29727" y="281"/>
                  </a:lnTo>
                  <a:lnTo>
                    <a:pt x="32511" y="250"/>
                  </a:lnTo>
                  <a:cubicBezTo>
                    <a:pt x="32946" y="244"/>
                    <a:pt x="33384" y="247"/>
                    <a:pt x="33821" y="234"/>
                  </a:cubicBezTo>
                  <a:lnTo>
                    <a:pt x="33878" y="234"/>
                  </a:lnTo>
                  <a:cubicBezTo>
                    <a:pt x="34028" y="233"/>
                    <a:pt x="34028" y="0"/>
                    <a:pt x="338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6"/>
            <p:cNvSpPr/>
            <p:nvPr/>
          </p:nvSpPr>
          <p:spPr>
            <a:xfrm>
              <a:off x="42875" y="2601200"/>
              <a:ext cx="813146" cy="26395"/>
            </a:xfrm>
            <a:custGeom>
              <a:avLst/>
              <a:gdLst/>
              <a:ahLst/>
              <a:cxnLst/>
              <a:rect l="l" t="t" r="r" b="b"/>
              <a:pathLst>
                <a:path w="16241" h="579" extrusionOk="0">
                  <a:moveTo>
                    <a:pt x="16093" y="0"/>
                  </a:moveTo>
                  <a:cubicBezTo>
                    <a:pt x="16092" y="0"/>
                    <a:pt x="16091" y="0"/>
                    <a:pt x="16091" y="0"/>
                  </a:cubicBezTo>
                  <a:lnTo>
                    <a:pt x="15661" y="10"/>
                  </a:lnTo>
                  <a:lnTo>
                    <a:pt x="14505" y="34"/>
                  </a:lnTo>
                  <a:lnTo>
                    <a:pt x="12784" y="73"/>
                  </a:lnTo>
                  <a:lnTo>
                    <a:pt x="10699" y="117"/>
                  </a:lnTo>
                  <a:lnTo>
                    <a:pt x="8400" y="168"/>
                  </a:lnTo>
                  <a:lnTo>
                    <a:pt x="6095" y="217"/>
                  </a:lnTo>
                  <a:lnTo>
                    <a:pt x="3930" y="264"/>
                  </a:lnTo>
                  <a:lnTo>
                    <a:pt x="2114" y="302"/>
                  </a:lnTo>
                  <a:lnTo>
                    <a:pt x="798" y="330"/>
                  </a:lnTo>
                  <a:cubicBezTo>
                    <a:pt x="592" y="336"/>
                    <a:pt x="386" y="336"/>
                    <a:pt x="179" y="345"/>
                  </a:cubicBezTo>
                  <a:lnTo>
                    <a:pt x="152" y="345"/>
                  </a:lnTo>
                  <a:cubicBezTo>
                    <a:pt x="3" y="347"/>
                    <a:pt x="0" y="578"/>
                    <a:pt x="149" y="578"/>
                  </a:cubicBezTo>
                  <a:cubicBezTo>
                    <a:pt x="150" y="578"/>
                    <a:pt x="151" y="578"/>
                    <a:pt x="152" y="578"/>
                  </a:cubicBezTo>
                  <a:lnTo>
                    <a:pt x="580" y="568"/>
                  </a:lnTo>
                  <a:lnTo>
                    <a:pt x="1736" y="543"/>
                  </a:lnTo>
                  <a:lnTo>
                    <a:pt x="3457" y="506"/>
                  </a:lnTo>
                  <a:lnTo>
                    <a:pt x="5542" y="461"/>
                  </a:lnTo>
                  <a:lnTo>
                    <a:pt x="7841" y="411"/>
                  </a:lnTo>
                  <a:lnTo>
                    <a:pt x="10146" y="362"/>
                  </a:lnTo>
                  <a:lnTo>
                    <a:pt x="12311" y="315"/>
                  </a:lnTo>
                  <a:lnTo>
                    <a:pt x="14129" y="275"/>
                  </a:lnTo>
                  <a:lnTo>
                    <a:pt x="15443" y="247"/>
                  </a:lnTo>
                  <a:cubicBezTo>
                    <a:pt x="15650" y="243"/>
                    <a:pt x="15857" y="241"/>
                    <a:pt x="16064" y="234"/>
                  </a:cubicBezTo>
                  <a:lnTo>
                    <a:pt x="16091" y="234"/>
                  </a:lnTo>
                  <a:cubicBezTo>
                    <a:pt x="16240" y="231"/>
                    <a:pt x="16241" y="0"/>
                    <a:pt x="1609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6"/>
            <p:cNvSpPr/>
            <p:nvPr/>
          </p:nvSpPr>
          <p:spPr>
            <a:xfrm>
              <a:off x="336718" y="1937235"/>
              <a:ext cx="225385" cy="54249"/>
            </a:xfrm>
            <a:custGeom>
              <a:avLst/>
              <a:gdLst/>
              <a:ahLst/>
              <a:cxnLst/>
              <a:rect l="l" t="t" r="r" b="b"/>
              <a:pathLst>
                <a:path w="4944" h="1190" extrusionOk="0">
                  <a:moveTo>
                    <a:pt x="1263" y="1"/>
                  </a:moveTo>
                  <a:cubicBezTo>
                    <a:pt x="333" y="1"/>
                    <a:pt x="0" y="149"/>
                    <a:pt x="37" y="633"/>
                  </a:cubicBezTo>
                  <a:cubicBezTo>
                    <a:pt x="74" y="1116"/>
                    <a:pt x="445" y="1189"/>
                    <a:pt x="1411" y="1189"/>
                  </a:cubicBezTo>
                  <a:cubicBezTo>
                    <a:pt x="2378" y="1189"/>
                    <a:pt x="3531" y="1152"/>
                    <a:pt x="4087" y="1152"/>
                  </a:cubicBezTo>
                  <a:cubicBezTo>
                    <a:pt x="4644" y="1152"/>
                    <a:pt x="4943" y="855"/>
                    <a:pt x="4905" y="557"/>
                  </a:cubicBezTo>
                  <a:cubicBezTo>
                    <a:pt x="4868" y="260"/>
                    <a:pt x="4793" y="38"/>
                    <a:pt x="4012" y="38"/>
                  </a:cubicBezTo>
                  <a:cubicBezTo>
                    <a:pt x="3233" y="38"/>
                    <a:pt x="2118" y="1"/>
                    <a:pt x="12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6"/>
            <p:cNvSpPr/>
            <p:nvPr/>
          </p:nvSpPr>
          <p:spPr>
            <a:xfrm>
              <a:off x="339635" y="2888608"/>
              <a:ext cx="225339" cy="54295"/>
            </a:xfrm>
            <a:custGeom>
              <a:avLst/>
              <a:gdLst/>
              <a:ahLst/>
              <a:cxnLst/>
              <a:rect l="l" t="t" r="r" b="b"/>
              <a:pathLst>
                <a:path w="4943" h="1191" extrusionOk="0">
                  <a:moveTo>
                    <a:pt x="1264" y="1"/>
                  </a:moveTo>
                  <a:cubicBezTo>
                    <a:pt x="335" y="1"/>
                    <a:pt x="0" y="150"/>
                    <a:pt x="37" y="633"/>
                  </a:cubicBezTo>
                  <a:cubicBezTo>
                    <a:pt x="74" y="1117"/>
                    <a:pt x="446" y="1191"/>
                    <a:pt x="1413" y="1191"/>
                  </a:cubicBezTo>
                  <a:cubicBezTo>
                    <a:pt x="2379" y="1191"/>
                    <a:pt x="3530" y="1154"/>
                    <a:pt x="4089" y="1154"/>
                  </a:cubicBezTo>
                  <a:cubicBezTo>
                    <a:pt x="4645" y="1154"/>
                    <a:pt x="4943" y="855"/>
                    <a:pt x="4906" y="559"/>
                  </a:cubicBezTo>
                  <a:cubicBezTo>
                    <a:pt x="4869" y="262"/>
                    <a:pt x="4794" y="39"/>
                    <a:pt x="4014" y="39"/>
                  </a:cubicBezTo>
                  <a:cubicBezTo>
                    <a:pt x="3233" y="39"/>
                    <a:pt x="2119" y="1"/>
                    <a:pt x="126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6"/>
            <p:cNvSpPr/>
            <p:nvPr/>
          </p:nvSpPr>
          <p:spPr>
            <a:xfrm>
              <a:off x="336718" y="3728068"/>
              <a:ext cx="225385" cy="54295"/>
            </a:xfrm>
            <a:custGeom>
              <a:avLst/>
              <a:gdLst/>
              <a:ahLst/>
              <a:cxnLst/>
              <a:rect l="l" t="t" r="r" b="b"/>
              <a:pathLst>
                <a:path w="4944" h="1191" extrusionOk="0">
                  <a:moveTo>
                    <a:pt x="1263" y="1"/>
                  </a:moveTo>
                  <a:cubicBezTo>
                    <a:pt x="333" y="1"/>
                    <a:pt x="0" y="150"/>
                    <a:pt x="37" y="633"/>
                  </a:cubicBezTo>
                  <a:cubicBezTo>
                    <a:pt x="74" y="1116"/>
                    <a:pt x="445" y="1191"/>
                    <a:pt x="1411" y="1191"/>
                  </a:cubicBezTo>
                  <a:cubicBezTo>
                    <a:pt x="2378" y="1191"/>
                    <a:pt x="3531" y="1153"/>
                    <a:pt x="4087" y="1153"/>
                  </a:cubicBezTo>
                  <a:cubicBezTo>
                    <a:pt x="4644" y="1153"/>
                    <a:pt x="4943" y="855"/>
                    <a:pt x="4905" y="559"/>
                  </a:cubicBezTo>
                  <a:cubicBezTo>
                    <a:pt x="4868" y="262"/>
                    <a:pt x="4793" y="38"/>
                    <a:pt x="4012" y="38"/>
                  </a:cubicBezTo>
                  <a:cubicBezTo>
                    <a:pt x="3233" y="38"/>
                    <a:pt x="2118" y="1"/>
                    <a:pt x="12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6"/>
            <p:cNvSpPr/>
            <p:nvPr/>
          </p:nvSpPr>
          <p:spPr>
            <a:xfrm>
              <a:off x="172472" y="1489720"/>
              <a:ext cx="640185" cy="23113"/>
            </a:xfrm>
            <a:custGeom>
              <a:avLst/>
              <a:gdLst/>
              <a:ahLst/>
              <a:cxnLst/>
              <a:rect l="l" t="t" r="r" b="b"/>
              <a:pathLst>
                <a:path w="14043" h="507" extrusionOk="0">
                  <a:moveTo>
                    <a:pt x="151" y="0"/>
                  </a:moveTo>
                  <a:cubicBezTo>
                    <a:pt x="1" y="0"/>
                    <a:pt x="1" y="233"/>
                    <a:pt x="151" y="234"/>
                  </a:cubicBezTo>
                  <a:cubicBezTo>
                    <a:pt x="597" y="235"/>
                    <a:pt x="1038" y="295"/>
                    <a:pt x="1478" y="363"/>
                  </a:cubicBezTo>
                  <a:cubicBezTo>
                    <a:pt x="1694" y="396"/>
                    <a:pt x="1911" y="438"/>
                    <a:pt x="2129" y="456"/>
                  </a:cubicBezTo>
                  <a:cubicBezTo>
                    <a:pt x="2355" y="475"/>
                    <a:pt x="2583" y="486"/>
                    <a:pt x="2812" y="493"/>
                  </a:cubicBezTo>
                  <a:cubicBezTo>
                    <a:pt x="3113" y="503"/>
                    <a:pt x="3415" y="506"/>
                    <a:pt x="3717" y="506"/>
                  </a:cubicBezTo>
                  <a:cubicBezTo>
                    <a:pt x="4328" y="506"/>
                    <a:pt x="4939" y="491"/>
                    <a:pt x="5548" y="479"/>
                  </a:cubicBezTo>
                  <a:cubicBezTo>
                    <a:pt x="7369" y="439"/>
                    <a:pt x="9191" y="398"/>
                    <a:pt x="11010" y="323"/>
                  </a:cubicBezTo>
                  <a:cubicBezTo>
                    <a:pt x="11970" y="284"/>
                    <a:pt x="12932" y="322"/>
                    <a:pt x="13893" y="277"/>
                  </a:cubicBezTo>
                  <a:cubicBezTo>
                    <a:pt x="14039" y="270"/>
                    <a:pt x="14043" y="43"/>
                    <a:pt x="13899" y="43"/>
                  </a:cubicBezTo>
                  <a:cubicBezTo>
                    <a:pt x="13897" y="43"/>
                    <a:pt x="13895" y="43"/>
                    <a:pt x="13893" y="43"/>
                  </a:cubicBezTo>
                  <a:cubicBezTo>
                    <a:pt x="13463" y="63"/>
                    <a:pt x="13034" y="65"/>
                    <a:pt x="12605" y="65"/>
                  </a:cubicBezTo>
                  <a:cubicBezTo>
                    <a:pt x="12516" y="65"/>
                    <a:pt x="12426" y="65"/>
                    <a:pt x="12337" y="65"/>
                  </a:cubicBezTo>
                  <a:cubicBezTo>
                    <a:pt x="11997" y="65"/>
                    <a:pt x="11658" y="66"/>
                    <a:pt x="11319" y="77"/>
                  </a:cubicBezTo>
                  <a:cubicBezTo>
                    <a:pt x="10410" y="107"/>
                    <a:pt x="9502" y="146"/>
                    <a:pt x="8594" y="172"/>
                  </a:cubicBezTo>
                  <a:cubicBezTo>
                    <a:pt x="7689" y="199"/>
                    <a:pt x="6782" y="220"/>
                    <a:pt x="5877" y="238"/>
                  </a:cubicBezTo>
                  <a:cubicBezTo>
                    <a:pt x="5141" y="254"/>
                    <a:pt x="4405" y="271"/>
                    <a:pt x="3669" y="271"/>
                  </a:cubicBezTo>
                  <a:cubicBezTo>
                    <a:pt x="3493" y="271"/>
                    <a:pt x="3316" y="270"/>
                    <a:pt x="3140" y="268"/>
                  </a:cubicBezTo>
                  <a:cubicBezTo>
                    <a:pt x="2884" y="264"/>
                    <a:pt x="2629" y="257"/>
                    <a:pt x="2374" y="241"/>
                  </a:cubicBezTo>
                  <a:cubicBezTo>
                    <a:pt x="2127" y="226"/>
                    <a:pt x="1886" y="192"/>
                    <a:pt x="1643" y="153"/>
                  </a:cubicBezTo>
                  <a:cubicBezTo>
                    <a:pt x="1150" y="77"/>
                    <a:pt x="651" y="2"/>
                    <a:pt x="15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6"/>
            <p:cNvSpPr/>
            <p:nvPr/>
          </p:nvSpPr>
          <p:spPr>
            <a:xfrm>
              <a:off x="403410" y="1453342"/>
              <a:ext cx="175968" cy="52927"/>
            </a:xfrm>
            <a:custGeom>
              <a:avLst/>
              <a:gdLst/>
              <a:ahLst/>
              <a:cxnLst/>
              <a:rect l="l" t="t" r="r" b="b"/>
              <a:pathLst>
                <a:path w="3860" h="1161" extrusionOk="0">
                  <a:moveTo>
                    <a:pt x="329" y="304"/>
                  </a:moveTo>
                  <a:lnTo>
                    <a:pt x="319" y="308"/>
                  </a:lnTo>
                  <a:lnTo>
                    <a:pt x="319" y="308"/>
                  </a:lnTo>
                  <a:cubicBezTo>
                    <a:pt x="322" y="307"/>
                    <a:pt x="326" y="305"/>
                    <a:pt x="329" y="304"/>
                  </a:cubicBezTo>
                  <a:close/>
                  <a:moveTo>
                    <a:pt x="269" y="328"/>
                  </a:moveTo>
                  <a:lnTo>
                    <a:pt x="266" y="332"/>
                  </a:lnTo>
                  <a:lnTo>
                    <a:pt x="266" y="332"/>
                  </a:lnTo>
                  <a:cubicBezTo>
                    <a:pt x="267" y="331"/>
                    <a:pt x="268" y="329"/>
                    <a:pt x="269" y="328"/>
                  </a:cubicBezTo>
                  <a:close/>
                  <a:moveTo>
                    <a:pt x="256" y="344"/>
                  </a:moveTo>
                  <a:lnTo>
                    <a:pt x="255" y="346"/>
                  </a:lnTo>
                  <a:lnTo>
                    <a:pt x="255" y="346"/>
                  </a:lnTo>
                  <a:cubicBezTo>
                    <a:pt x="255" y="345"/>
                    <a:pt x="256" y="345"/>
                    <a:pt x="256" y="345"/>
                  </a:cubicBezTo>
                  <a:lnTo>
                    <a:pt x="256" y="345"/>
                  </a:lnTo>
                  <a:lnTo>
                    <a:pt x="255" y="346"/>
                  </a:lnTo>
                  <a:lnTo>
                    <a:pt x="255" y="346"/>
                  </a:lnTo>
                  <a:lnTo>
                    <a:pt x="255" y="347"/>
                  </a:lnTo>
                  <a:lnTo>
                    <a:pt x="255" y="347"/>
                  </a:lnTo>
                  <a:lnTo>
                    <a:pt x="255" y="347"/>
                  </a:lnTo>
                  <a:cubicBezTo>
                    <a:pt x="255" y="346"/>
                    <a:pt x="255" y="346"/>
                    <a:pt x="255" y="346"/>
                  </a:cubicBezTo>
                  <a:lnTo>
                    <a:pt x="255" y="346"/>
                  </a:lnTo>
                  <a:lnTo>
                    <a:pt x="250" y="349"/>
                  </a:lnTo>
                  <a:cubicBezTo>
                    <a:pt x="252" y="348"/>
                    <a:pt x="253" y="347"/>
                    <a:pt x="255" y="346"/>
                  </a:cubicBezTo>
                  <a:lnTo>
                    <a:pt x="255" y="346"/>
                  </a:lnTo>
                  <a:cubicBezTo>
                    <a:pt x="255" y="346"/>
                    <a:pt x="255" y="346"/>
                    <a:pt x="255" y="346"/>
                  </a:cubicBezTo>
                  <a:lnTo>
                    <a:pt x="255" y="346"/>
                  </a:lnTo>
                  <a:lnTo>
                    <a:pt x="255" y="346"/>
                  </a:lnTo>
                  <a:lnTo>
                    <a:pt x="255" y="346"/>
                  </a:lnTo>
                  <a:lnTo>
                    <a:pt x="255" y="346"/>
                  </a:lnTo>
                  <a:cubicBezTo>
                    <a:pt x="255" y="346"/>
                    <a:pt x="255" y="346"/>
                    <a:pt x="255" y="346"/>
                  </a:cubicBezTo>
                  <a:lnTo>
                    <a:pt x="255" y="346"/>
                  </a:lnTo>
                  <a:cubicBezTo>
                    <a:pt x="255" y="345"/>
                    <a:pt x="256" y="344"/>
                    <a:pt x="256" y="344"/>
                  </a:cubicBezTo>
                  <a:close/>
                  <a:moveTo>
                    <a:pt x="254" y="348"/>
                  </a:moveTo>
                  <a:lnTo>
                    <a:pt x="253" y="350"/>
                  </a:lnTo>
                  <a:lnTo>
                    <a:pt x="253" y="350"/>
                  </a:lnTo>
                  <a:cubicBezTo>
                    <a:pt x="254" y="349"/>
                    <a:pt x="254" y="349"/>
                    <a:pt x="254" y="348"/>
                  </a:cubicBezTo>
                  <a:lnTo>
                    <a:pt x="254" y="348"/>
                  </a:lnTo>
                  <a:cubicBezTo>
                    <a:pt x="254" y="348"/>
                    <a:pt x="254" y="348"/>
                    <a:pt x="254" y="348"/>
                  </a:cubicBezTo>
                  <a:close/>
                  <a:moveTo>
                    <a:pt x="248" y="363"/>
                  </a:moveTo>
                  <a:lnTo>
                    <a:pt x="244" y="372"/>
                  </a:lnTo>
                  <a:cubicBezTo>
                    <a:pt x="246" y="369"/>
                    <a:pt x="247" y="366"/>
                    <a:pt x="248" y="363"/>
                  </a:cubicBezTo>
                  <a:close/>
                  <a:moveTo>
                    <a:pt x="238" y="407"/>
                  </a:moveTo>
                  <a:lnTo>
                    <a:pt x="236" y="419"/>
                  </a:lnTo>
                  <a:cubicBezTo>
                    <a:pt x="236" y="415"/>
                    <a:pt x="237" y="411"/>
                    <a:pt x="238" y="407"/>
                  </a:cubicBezTo>
                  <a:close/>
                  <a:moveTo>
                    <a:pt x="242" y="542"/>
                  </a:moveTo>
                  <a:lnTo>
                    <a:pt x="244" y="560"/>
                  </a:lnTo>
                  <a:cubicBezTo>
                    <a:pt x="244" y="554"/>
                    <a:pt x="243" y="548"/>
                    <a:pt x="242" y="542"/>
                  </a:cubicBezTo>
                  <a:close/>
                  <a:moveTo>
                    <a:pt x="944" y="1"/>
                  </a:moveTo>
                  <a:cubicBezTo>
                    <a:pt x="814" y="1"/>
                    <a:pt x="684" y="6"/>
                    <a:pt x="555" y="21"/>
                  </a:cubicBezTo>
                  <a:cubicBezTo>
                    <a:pt x="430" y="36"/>
                    <a:pt x="308" y="56"/>
                    <a:pt x="195" y="110"/>
                  </a:cubicBezTo>
                  <a:cubicBezTo>
                    <a:pt x="140" y="133"/>
                    <a:pt x="93" y="172"/>
                    <a:pt x="57" y="220"/>
                  </a:cubicBezTo>
                  <a:cubicBezTo>
                    <a:pt x="16" y="286"/>
                    <a:pt x="4" y="366"/>
                    <a:pt x="2" y="441"/>
                  </a:cubicBezTo>
                  <a:cubicBezTo>
                    <a:pt x="1" y="594"/>
                    <a:pt x="45" y="746"/>
                    <a:pt x="74" y="895"/>
                  </a:cubicBezTo>
                  <a:cubicBezTo>
                    <a:pt x="80" y="925"/>
                    <a:pt x="86" y="955"/>
                    <a:pt x="91" y="986"/>
                  </a:cubicBezTo>
                  <a:lnTo>
                    <a:pt x="91" y="986"/>
                  </a:lnTo>
                  <a:lnTo>
                    <a:pt x="87" y="961"/>
                  </a:lnTo>
                  <a:lnTo>
                    <a:pt x="87" y="961"/>
                  </a:lnTo>
                  <a:cubicBezTo>
                    <a:pt x="89" y="971"/>
                    <a:pt x="90" y="980"/>
                    <a:pt x="91" y="990"/>
                  </a:cubicBezTo>
                  <a:lnTo>
                    <a:pt x="91" y="990"/>
                  </a:lnTo>
                  <a:cubicBezTo>
                    <a:pt x="91" y="988"/>
                    <a:pt x="91" y="987"/>
                    <a:pt x="91" y="986"/>
                  </a:cubicBezTo>
                  <a:lnTo>
                    <a:pt x="91" y="986"/>
                  </a:lnTo>
                  <a:lnTo>
                    <a:pt x="91" y="990"/>
                  </a:lnTo>
                  <a:lnTo>
                    <a:pt x="91" y="990"/>
                  </a:lnTo>
                  <a:cubicBezTo>
                    <a:pt x="91" y="990"/>
                    <a:pt x="91" y="990"/>
                    <a:pt x="91" y="990"/>
                  </a:cubicBezTo>
                  <a:lnTo>
                    <a:pt x="91" y="990"/>
                  </a:lnTo>
                  <a:cubicBezTo>
                    <a:pt x="91" y="991"/>
                    <a:pt x="91" y="992"/>
                    <a:pt x="91" y="992"/>
                  </a:cubicBezTo>
                  <a:lnTo>
                    <a:pt x="91" y="990"/>
                  </a:lnTo>
                  <a:lnTo>
                    <a:pt x="91" y="990"/>
                  </a:lnTo>
                  <a:cubicBezTo>
                    <a:pt x="93" y="1008"/>
                    <a:pt x="94" y="1025"/>
                    <a:pt x="94" y="1043"/>
                  </a:cubicBezTo>
                  <a:cubicBezTo>
                    <a:pt x="94" y="1103"/>
                    <a:pt x="144" y="1160"/>
                    <a:pt x="206" y="1160"/>
                  </a:cubicBezTo>
                  <a:cubicBezTo>
                    <a:pt x="208" y="1160"/>
                    <a:pt x="209" y="1160"/>
                    <a:pt x="210" y="1160"/>
                  </a:cubicBezTo>
                  <a:cubicBezTo>
                    <a:pt x="274" y="1160"/>
                    <a:pt x="326" y="1108"/>
                    <a:pt x="328" y="1044"/>
                  </a:cubicBezTo>
                  <a:lnTo>
                    <a:pt x="328" y="1044"/>
                  </a:lnTo>
                  <a:cubicBezTo>
                    <a:pt x="328" y="1045"/>
                    <a:pt x="328" y="1045"/>
                    <a:pt x="328" y="1045"/>
                  </a:cubicBezTo>
                  <a:lnTo>
                    <a:pt x="328" y="1043"/>
                  </a:lnTo>
                  <a:cubicBezTo>
                    <a:pt x="328" y="1044"/>
                    <a:pt x="328" y="1044"/>
                    <a:pt x="328" y="1044"/>
                  </a:cubicBezTo>
                  <a:lnTo>
                    <a:pt x="328" y="1044"/>
                  </a:lnTo>
                  <a:cubicBezTo>
                    <a:pt x="324" y="958"/>
                    <a:pt x="312" y="872"/>
                    <a:pt x="291" y="788"/>
                  </a:cubicBezTo>
                  <a:cubicBezTo>
                    <a:pt x="273" y="706"/>
                    <a:pt x="254" y="622"/>
                    <a:pt x="241" y="537"/>
                  </a:cubicBezTo>
                  <a:lnTo>
                    <a:pt x="241" y="537"/>
                  </a:lnTo>
                  <a:cubicBezTo>
                    <a:pt x="236" y="491"/>
                    <a:pt x="235" y="444"/>
                    <a:pt x="239" y="397"/>
                  </a:cubicBezTo>
                  <a:lnTo>
                    <a:pt x="239" y="397"/>
                  </a:lnTo>
                  <a:cubicBezTo>
                    <a:pt x="242" y="384"/>
                    <a:pt x="246" y="371"/>
                    <a:pt x="250" y="358"/>
                  </a:cubicBezTo>
                  <a:lnTo>
                    <a:pt x="250" y="358"/>
                  </a:lnTo>
                  <a:cubicBezTo>
                    <a:pt x="252" y="354"/>
                    <a:pt x="254" y="350"/>
                    <a:pt x="257" y="346"/>
                  </a:cubicBezTo>
                  <a:lnTo>
                    <a:pt x="257" y="346"/>
                  </a:lnTo>
                  <a:cubicBezTo>
                    <a:pt x="260" y="343"/>
                    <a:pt x="263" y="340"/>
                    <a:pt x="266" y="338"/>
                  </a:cubicBezTo>
                  <a:lnTo>
                    <a:pt x="266" y="338"/>
                  </a:lnTo>
                  <a:lnTo>
                    <a:pt x="258" y="344"/>
                  </a:lnTo>
                  <a:lnTo>
                    <a:pt x="258" y="344"/>
                  </a:lnTo>
                  <a:cubicBezTo>
                    <a:pt x="258" y="344"/>
                    <a:pt x="258" y="344"/>
                    <a:pt x="258" y="343"/>
                  </a:cubicBezTo>
                  <a:lnTo>
                    <a:pt x="258" y="343"/>
                  </a:lnTo>
                  <a:cubicBezTo>
                    <a:pt x="262" y="340"/>
                    <a:pt x="266" y="338"/>
                    <a:pt x="270" y="335"/>
                  </a:cubicBezTo>
                  <a:lnTo>
                    <a:pt x="270" y="335"/>
                  </a:lnTo>
                  <a:cubicBezTo>
                    <a:pt x="269" y="336"/>
                    <a:pt x="268" y="337"/>
                    <a:pt x="266" y="338"/>
                  </a:cubicBezTo>
                  <a:lnTo>
                    <a:pt x="266" y="338"/>
                  </a:lnTo>
                  <a:lnTo>
                    <a:pt x="272" y="334"/>
                  </a:lnTo>
                  <a:lnTo>
                    <a:pt x="272" y="334"/>
                  </a:lnTo>
                  <a:cubicBezTo>
                    <a:pt x="271" y="334"/>
                    <a:pt x="271" y="335"/>
                    <a:pt x="270" y="335"/>
                  </a:cubicBezTo>
                  <a:lnTo>
                    <a:pt x="270" y="335"/>
                  </a:lnTo>
                  <a:cubicBezTo>
                    <a:pt x="272" y="334"/>
                    <a:pt x="273" y="333"/>
                    <a:pt x="274" y="332"/>
                  </a:cubicBezTo>
                  <a:lnTo>
                    <a:pt x="274" y="332"/>
                  </a:lnTo>
                  <a:lnTo>
                    <a:pt x="272" y="334"/>
                  </a:lnTo>
                  <a:lnTo>
                    <a:pt x="272" y="334"/>
                  </a:lnTo>
                  <a:cubicBezTo>
                    <a:pt x="284" y="326"/>
                    <a:pt x="297" y="319"/>
                    <a:pt x="310" y="312"/>
                  </a:cubicBezTo>
                  <a:lnTo>
                    <a:pt x="310" y="312"/>
                  </a:lnTo>
                  <a:cubicBezTo>
                    <a:pt x="390" y="283"/>
                    <a:pt x="474" y="263"/>
                    <a:pt x="559" y="253"/>
                  </a:cubicBezTo>
                  <a:lnTo>
                    <a:pt x="559" y="253"/>
                  </a:lnTo>
                  <a:lnTo>
                    <a:pt x="528" y="257"/>
                  </a:lnTo>
                  <a:cubicBezTo>
                    <a:pt x="669" y="241"/>
                    <a:pt x="811" y="233"/>
                    <a:pt x="953" y="233"/>
                  </a:cubicBezTo>
                  <a:cubicBezTo>
                    <a:pt x="989" y="233"/>
                    <a:pt x="1025" y="233"/>
                    <a:pt x="1062" y="235"/>
                  </a:cubicBezTo>
                  <a:cubicBezTo>
                    <a:pt x="1197" y="236"/>
                    <a:pt x="1330" y="243"/>
                    <a:pt x="1465" y="243"/>
                  </a:cubicBezTo>
                  <a:cubicBezTo>
                    <a:pt x="1476" y="243"/>
                    <a:pt x="1487" y="243"/>
                    <a:pt x="1498" y="243"/>
                  </a:cubicBezTo>
                  <a:cubicBezTo>
                    <a:pt x="1620" y="242"/>
                    <a:pt x="1743" y="237"/>
                    <a:pt x="1865" y="237"/>
                  </a:cubicBezTo>
                  <a:cubicBezTo>
                    <a:pt x="1993" y="237"/>
                    <a:pt x="2120" y="239"/>
                    <a:pt x="2248" y="243"/>
                  </a:cubicBezTo>
                  <a:cubicBezTo>
                    <a:pt x="2480" y="250"/>
                    <a:pt x="2712" y="263"/>
                    <a:pt x="2943" y="274"/>
                  </a:cubicBezTo>
                  <a:cubicBezTo>
                    <a:pt x="3171" y="287"/>
                    <a:pt x="3399" y="296"/>
                    <a:pt x="3627" y="298"/>
                  </a:cubicBezTo>
                  <a:lnTo>
                    <a:pt x="3627" y="298"/>
                  </a:lnTo>
                  <a:cubicBezTo>
                    <a:pt x="3627" y="524"/>
                    <a:pt x="3624" y="751"/>
                    <a:pt x="3593" y="975"/>
                  </a:cubicBezTo>
                  <a:lnTo>
                    <a:pt x="3598" y="944"/>
                  </a:lnTo>
                  <a:lnTo>
                    <a:pt x="3598" y="944"/>
                  </a:lnTo>
                  <a:cubicBezTo>
                    <a:pt x="3595" y="967"/>
                    <a:pt x="3592" y="990"/>
                    <a:pt x="3588" y="1012"/>
                  </a:cubicBezTo>
                  <a:cubicBezTo>
                    <a:pt x="3581" y="1042"/>
                    <a:pt x="3585" y="1075"/>
                    <a:pt x="3601" y="1101"/>
                  </a:cubicBezTo>
                  <a:cubicBezTo>
                    <a:pt x="3621" y="1139"/>
                    <a:pt x="3660" y="1160"/>
                    <a:pt x="3700" y="1160"/>
                  </a:cubicBezTo>
                  <a:cubicBezTo>
                    <a:pt x="3720" y="1160"/>
                    <a:pt x="3741" y="1155"/>
                    <a:pt x="3759" y="1144"/>
                  </a:cubicBezTo>
                  <a:cubicBezTo>
                    <a:pt x="3786" y="1128"/>
                    <a:pt x="3805" y="1103"/>
                    <a:pt x="3813" y="1075"/>
                  </a:cubicBezTo>
                  <a:cubicBezTo>
                    <a:pt x="3850" y="845"/>
                    <a:pt x="3857" y="614"/>
                    <a:pt x="3860" y="383"/>
                  </a:cubicBezTo>
                  <a:lnTo>
                    <a:pt x="3860" y="182"/>
                  </a:lnTo>
                  <a:cubicBezTo>
                    <a:pt x="3858" y="118"/>
                    <a:pt x="3806" y="66"/>
                    <a:pt x="3742" y="66"/>
                  </a:cubicBezTo>
                  <a:cubicBezTo>
                    <a:pt x="3401" y="66"/>
                    <a:pt x="3061" y="48"/>
                    <a:pt x="2719" y="31"/>
                  </a:cubicBezTo>
                  <a:cubicBezTo>
                    <a:pt x="2430" y="16"/>
                    <a:pt x="2139" y="4"/>
                    <a:pt x="1848" y="4"/>
                  </a:cubicBezTo>
                  <a:cubicBezTo>
                    <a:pt x="1779" y="4"/>
                    <a:pt x="1710" y="5"/>
                    <a:pt x="1641" y="6"/>
                  </a:cubicBezTo>
                  <a:cubicBezTo>
                    <a:pt x="1586" y="8"/>
                    <a:pt x="1531" y="9"/>
                    <a:pt x="1476" y="9"/>
                  </a:cubicBezTo>
                  <a:cubicBezTo>
                    <a:pt x="1421" y="9"/>
                    <a:pt x="1366" y="8"/>
                    <a:pt x="1311" y="6"/>
                  </a:cubicBezTo>
                  <a:cubicBezTo>
                    <a:pt x="1189" y="4"/>
                    <a:pt x="1066" y="1"/>
                    <a:pt x="9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7" name="Google Shape;207;p6"/>
          <p:cNvGrpSpPr/>
          <p:nvPr/>
        </p:nvGrpSpPr>
        <p:grpSpPr>
          <a:xfrm flipH="1">
            <a:off x="330358" y="3481995"/>
            <a:ext cx="423748" cy="1044561"/>
            <a:chOff x="-156827" y="2070695"/>
            <a:chExt cx="423748" cy="1044561"/>
          </a:xfrm>
        </p:grpSpPr>
        <p:sp>
          <p:nvSpPr>
            <p:cNvPr id="208" name="Google Shape;208;p6"/>
            <p:cNvSpPr/>
            <p:nvPr/>
          </p:nvSpPr>
          <p:spPr>
            <a:xfrm>
              <a:off x="-156827" y="2070695"/>
              <a:ext cx="423748" cy="430542"/>
            </a:xfrm>
            <a:custGeom>
              <a:avLst/>
              <a:gdLst/>
              <a:ahLst/>
              <a:cxnLst/>
              <a:rect l="l" t="t" r="r" b="b"/>
              <a:pathLst>
                <a:path w="10541" h="10710" extrusionOk="0">
                  <a:moveTo>
                    <a:pt x="3783" y="1"/>
                  </a:moveTo>
                  <a:cubicBezTo>
                    <a:pt x="3499" y="1"/>
                    <a:pt x="2763" y="236"/>
                    <a:pt x="2846" y="3430"/>
                  </a:cubicBezTo>
                  <a:cubicBezTo>
                    <a:pt x="2929" y="6666"/>
                    <a:pt x="3347" y="8227"/>
                    <a:pt x="4017" y="9956"/>
                  </a:cubicBezTo>
                  <a:cubicBezTo>
                    <a:pt x="4017" y="9956"/>
                    <a:pt x="3486" y="9426"/>
                    <a:pt x="2595" y="7920"/>
                  </a:cubicBezTo>
                  <a:cubicBezTo>
                    <a:pt x="1719" y="6442"/>
                    <a:pt x="1213" y="5664"/>
                    <a:pt x="639" y="5664"/>
                  </a:cubicBezTo>
                  <a:cubicBezTo>
                    <a:pt x="629" y="5664"/>
                    <a:pt x="618" y="5664"/>
                    <a:pt x="607" y="5664"/>
                  </a:cubicBezTo>
                  <a:cubicBezTo>
                    <a:pt x="22" y="5693"/>
                    <a:pt x="1" y="6665"/>
                    <a:pt x="781" y="7920"/>
                  </a:cubicBezTo>
                  <a:cubicBezTo>
                    <a:pt x="1563" y="9175"/>
                    <a:pt x="2344" y="10067"/>
                    <a:pt x="3989" y="10485"/>
                  </a:cubicBezTo>
                  <a:cubicBezTo>
                    <a:pt x="3989" y="10485"/>
                    <a:pt x="3915" y="10710"/>
                    <a:pt x="4771" y="10710"/>
                  </a:cubicBezTo>
                  <a:cubicBezTo>
                    <a:pt x="5085" y="10710"/>
                    <a:pt x="5523" y="10680"/>
                    <a:pt x="6136" y="10597"/>
                  </a:cubicBezTo>
                  <a:cubicBezTo>
                    <a:pt x="10235" y="8506"/>
                    <a:pt x="10541" y="5912"/>
                    <a:pt x="9984" y="5662"/>
                  </a:cubicBezTo>
                  <a:cubicBezTo>
                    <a:pt x="9963" y="5652"/>
                    <a:pt x="9940" y="5648"/>
                    <a:pt x="9916" y="5648"/>
                  </a:cubicBezTo>
                  <a:cubicBezTo>
                    <a:pt x="9277" y="5648"/>
                    <a:pt x="7348" y="8664"/>
                    <a:pt x="5523" y="9845"/>
                  </a:cubicBezTo>
                  <a:cubicBezTo>
                    <a:pt x="7251" y="7223"/>
                    <a:pt x="9399" y="2874"/>
                    <a:pt x="8757" y="2205"/>
                  </a:cubicBezTo>
                  <a:cubicBezTo>
                    <a:pt x="8652" y="2095"/>
                    <a:pt x="8497" y="2032"/>
                    <a:pt x="8311" y="2032"/>
                  </a:cubicBezTo>
                  <a:cubicBezTo>
                    <a:pt x="7782" y="2032"/>
                    <a:pt x="6997" y="2539"/>
                    <a:pt x="6357" y="3921"/>
                  </a:cubicBezTo>
                  <a:cubicBezTo>
                    <a:pt x="5493" y="5789"/>
                    <a:pt x="5607" y="8339"/>
                    <a:pt x="4880" y="9705"/>
                  </a:cubicBezTo>
                  <a:cubicBezTo>
                    <a:pt x="4880" y="9705"/>
                    <a:pt x="5026" y="6730"/>
                    <a:pt x="4969" y="4890"/>
                  </a:cubicBezTo>
                  <a:cubicBezTo>
                    <a:pt x="4912" y="3049"/>
                    <a:pt x="4289" y="11"/>
                    <a:pt x="3793" y="1"/>
                  </a:cubicBezTo>
                  <a:cubicBezTo>
                    <a:pt x="3790" y="1"/>
                    <a:pt x="3786" y="1"/>
                    <a:pt x="37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6"/>
            <p:cNvSpPr/>
            <p:nvPr/>
          </p:nvSpPr>
          <p:spPr>
            <a:xfrm>
              <a:off x="-150600" y="2475372"/>
              <a:ext cx="376135" cy="639883"/>
            </a:xfrm>
            <a:custGeom>
              <a:avLst/>
              <a:gdLst/>
              <a:ahLst/>
              <a:cxnLst/>
              <a:rect l="l" t="t" r="r" b="b"/>
              <a:pathLst>
                <a:path w="9356" h="8211" extrusionOk="0">
                  <a:moveTo>
                    <a:pt x="935" y="0"/>
                  </a:moveTo>
                  <a:cubicBezTo>
                    <a:pt x="558" y="0"/>
                    <a:pt x="126" y="251"/>
                    <a:pt x="126" y="614"/>
                  </a:cubicBezTo>
                  <a:cubicBezTo>
                    <a:pt x="0" y="2539"/>
                    <a:pt x="393" y="7674"/>
                    <a:pt x="3166" y="8080"/>
                  </a:cubicBezTo>
                  <a:cubicBezTo>
                    <a:pt x="3699" y="8155"/>
                    <a:pt x="4296" y="8211"/>
                    <a:pt x="4921" y="8211"/>
                  </a:cubicBezTo>
                  <a:cubicBezTo>
                    <a:pt x="5548" y="8211"/>
                    <a:pt x="6203" y="8154"/>
                    <a:pt x="6850" y="8003"/>
                  </a:cubicBezTo>
                  <a:cubicBezTo>
                    <a:pt x="8398" y="7334"/>
                    <a:pt x="9356" y="5466"/>
                    <a:pt x="9272" y="697"/>
                  </a:cubicBezTo>
                  <a:cubicBezTo>
                    <a:pt x="9272" y="363"/>
                    <a:pt x="9175" y="0"/>
                    <a:pt x="863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0" name="Google Shape;210;p6"/>
          <p:cNvGrpSpPr/>
          <p:nvPr/>
        </p:nvGrpSpPr>
        <p:grpSpPr>
          <a:xfrm flipH="1">
            <a:off x="-155067" y="3778195"/>
            <a:ext cx="423748" cy="748350"/>
            <a:chOff x="-156827" y="2070695"/>
            <a:chExt cx="423748" cy="748350"/>
          </a:xfrm>
        </p:grpSpPr>
        <p:sp>
          <p:nvSpPr>
            <p:cNvPr id="211" name="Google Shape;211;p6"/>
            <p:cNvSpPr/>
            <p:nvPr/>
          </p:nvSpPr>
          <p:spPr>
            <a:xfrm>
              <a:off x="-156827" y="2070695"/>
              <a:ext cx="423748" cy="430542"/>
            </a:xfrm>
            <a:custGeom>
              <a:avLst/>
              <a:gdLst/>
              <a:ahLst/>
              <a:cxnLst/>
              <a:rect l="l" t="t" r="r" b="b"/>
              <a:pathLst>
                <a:path w="10541" h="10710" extrusionOk="0">
                  <a:moveTo>
                    <a:pt x="3783" y="1"/>
                  </a:moveTo>
                  <a:cubicBezTo>
                    <a:pt x="3499" y="1"/>
                    <a:pt x="2763" y="236"/>
                    <a:pt x="2846" y="3430"/>
                  </a:cubicBezTo>
                  <a:cubicBezTo>
                    <a:pt x="2929" y="6666"/>
                    <a:pt x="3347" y="8227"/>
                    <a:pt x="4017" y="9956"/>
                  </a:cubicBezTo>
                  <a:cubicBezTo>
                    <a:pt x="4017" y="9956"/>
                    <a:pt x="3486" y="9426"/>
                    <a:pt x="2595" y="7920"/>
                  </a:cubicBezTo>
                  <a:cubicBezTo>
                    <a:pt x="1719" y="6442"/>
                    <a:pt x="1213" y="5664"/>
                    <a:pt x="639" y="5664"/>
                  </a:cubicBezTo>
                  <a:cubicBezTo>
                    <a:pt x="629" y="5664"/>
                    <a:pt x="618" y="5664"/>
                    <a:pt x="607" y="5664"/>
                  </a:cubicBezTo>
                  <a:cubicBezTo>
                    <a:pt x="22" y="5693"/>
                    <a:pt x="1" y="6665"/>
                    <a:pt x="781" y="7920"/>
                  </a:cubicBezTo>
                  <a:cubicBezTo>
                    <a:pt x="1563" y="9175"/>
                    <a:pt x="2344" y="10067"/>
                    <a:pt x="3989" y="10485"/>
                  </a:cubicBezTo>
                  <a:cubicBezTo>
                    <a:pt x="3989" y="10485"/>
                    <a:pt x="3915" y="10710"/>
                    <a:pt x="4771" y="10710"/>
                  </a:cubicBezTo>
                  <a:cubicBezTo>
                    <a:pt x="5085" y="10710"/>
                    <a:pt x="5523" y="10680"/>
                    <a:pt x="6136" y="10597"/>
                  </a:cubicBezTo>
                  <a:cubicBezTo>
                    <a:pt x="10235" y="8506"/>
                    <a:pt x="10541" y="5912"/>
                    <a:pt x="9984" y="5662"/>
                  </a:cubicBezTo>
                  <a:cubicBezTo>
                    <a:pt x="9963" y="5652"/>
                    <a:pt x="9940" y="5648"/>
                    <a:pt x="9916" y="5648"/>
                  </a:cubicBezTo>
                  <a:cubicBezTo>
                    <a:pt x="9277" y="5648"/>
                    <a:pt x="7348" y="8664"/>
                    <a:pt x="5523" y="9845"/>
                  </a:cubicBezTo>
                  <a:cubicBezTo>
                    <a:pt x="7251" y="7223"/>
                    <a:pt x="9399" y="2874"/>
                    <a:pt x="8757" y="2205"/>
                  </a:cubicBezTo>
                  <a:cubicBezTo>
                    <a:pt x="8652" y="2095"/>
                    <a:pt x="8497" y="2032"/>
                    <a:pt x="8311" y="2032"/>
                  </a:cubicBezTo>
                  <a:cubicBezTo>
                    <a:pt x="7782" y="2032"/>
                    <a:pt x="6997" y="2539"/>
                    <a:pt x="6357" y="3921"/>
                  </a:cubicBezTo>
                  <a:cubicBezTo>
                    <a:pt x="5493" y="5789"/>
                    <a:pt x="5607" y="8339"/>
                    <a:pt x="4880" y="9705"/>
                  </a:cubicBezTo>
                  <a:cubicBezTo>
                    <a:pt x="4880" y="9705"/>
                    <a:pt x="5026" y="6730"/>
                    <a:pt x="4969" y="4890"/>
                  </a:cubicBezTo>
                  <a:cubicBezTo>
                    <a:pt x="4912" y="3049"/>
                    <a:pt x="4289" y="11"/>
                    <a:pt x="3793" y="1"/>
                  </a:cubicBezTo>
                  <a:cubicBezTo>
                    <a:pt x="3790" y="1"/>
                    <a:pt x="3786" y="1"/>
                    <a:pt x="37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6"/>
            <p:cNvSpPr/>
            <p:nvPr/>
          </p:nvSpPr>
          <p:spPr>
            <a:xfrm>
              <a:off x="-150600" y="2475374"/>
              <a:ext cx="376135" cy="343671"/>
            </a:xfrm>
            <a:custGeom>
              <a:avLst/>
              <a:gdLst/>
              <a:ahLst/>
              <a:cxnLst/>
              <a:rect l="l" t="t" r="r" b="b"/>
              <a:pathLst>
                <a:path w="9356" h="8211" extrusionOk="0">
                  <a:moveTo>
                    <a:pt x="935" y="0"/>
                  </a:moveTo>
                  <a:cubicBezTo>
                    <a:pt x="558" y="0"/>
                    <a:pt x="126" y="251"/>
                    <a:pt x="126" y="614"/>
                  </a:cubicBezTo>
                  <a:cubicBezTo>
                    <a:pt x="0" y="2539"/>
                    <a:pt x="393" y="7674"/>
                    <a:pt x="3166" y="8080"/>
                  </a:cubicBezTo>
                  <a:cubicBezTo>
                    <a:pt x="3699" y="8155"/>
                    <a:pt x="4296" y="8211"/>
                    <a:pt x="4921" y="8211"/>
                  </a:cubicBezTo>
                  <a:cubicBezTo>
                    <a:pt x="5548" y="8211"/>
                    <a:pt x="6203" y="8154"/>
                    <a:pt x="6850" y="8003"/>
                  </a:cubicBezTo>
                  <a:cubicBezTo>
                    <a:pt x="8398" y="7334"/>
                    <a:pt x="9356" y="5466"/>
                    <a:pt x="9272" y="697"/>
                  </a:cubicBezTo>
                  <a:cubicBezTo>
                    <a:pt x="9272" y="363"/>
                    <a:pt x="9175" y="0"/>
                    <a:pt x="863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3" name="Google Shape;213;p6"/>
          <p:cNvSpPr/>
          <p:nvPr/>
        </p:nvSpPr>
        <p:spPr>
          <a:xfrm flipH="1">
            <a:off x="-43771" y="1732325"/>
            <a:ext cx="714600" cy="190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6"/>
          <p:cNvSpPr/>
          <p:nvPr/>
        </p:nvSpPr>
        <p:spPr>
          <a:xfrm rot="-5400000" flipH="1">
            <a:off x="-303721" y="1279775"/>
            <a:ext cx="714600" cy="19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6"/>
          <p:cNvSpPr/>
          <p:nvPr/>
        </p:nvSpPr>
        <p:spPr>
          <a:xfrm rot="-5400000" flipH="1">
            <a:off x="-65596" y="1279775"/>
            <a:ext cx="714600" cy="19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6"/>
          <p:cNvSpPr/>
          <p:nvPr/>
        </p:nvSpPr>
        <p:spPr>
          <a:xfrm rot="-5400000" flipH="1">
            <a:off x="179279" y="1367425"/>
            <a:ext cx="614400" cy="115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6"/>
          <p:cNvSpPr/>
          <p:nvPr/>
        </p:nvSpPr>
        <p:spPr>
          <a:xfrm>
            <a:off x="413700" y="319350"/>
            <a:ext cx="8316600" cy="4504800"/>
          </a:xfrm>
          <a:prstGeom prst="rect">
            <a:avLst/>
          </a:prstGeom>
          <a:solidFill>
            <a:srgbClr val="FFFFFF">
              <a:alpha val="844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6" name="Google Shape;336;p10"/>
          <p:cNvSpPr txBox="1">
            <a:spLocks noGrp="1"/>
          </p:cNvSpPr>
          <p:nvPr>
            <p:ph type="title"/>
          </p:nvPr>
        </p:nvSpPr>
        <p:spPr>
          <a:xfrm>
            <a:off x="720000" y="3571225"/>
            <a:ext cx="4614000" cy="10158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3"/>
          <p:cNvSpPr/>
          <p:nvPr/>
        </p:nvSpPr>
        <p:spPr>
          <a:xfrm>
            <a:off x="-45750" y="4286250"/>
            <a:ext cx="9235500" cy="866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13"/>
          <p:cNvSpPr/>
          <p:nvPr/>
        </p:nvSpPr>
        <p:spPr>
          <a:xfrm>
            <a:off x="12" y="4289225"/>
            <a:ext cx="9191681" cy="126673"/>
          </a:xfrm>
          <a:custGeom>
            <a:avLst/>
            <a:gdLst/>
            <a:ahLst/>
            <a:cxnLst/>
            <a:rect l="l" t="t" r="r" b="b"/>
            <a:pathLst>
              <a:path w="150197" h="2386" extrusionOk="0">
                <a:moveTo>
                  <a:pt x="0" y="0"/>
                </a:moveTo>
                <a:lnTo>
                  <a:pt x="0" y="2386"/>
                </a:lnTo>
                <a:lnTo>
                  <a:pt x="150197" y="2386"/>
                </a:lnTo>
                <a:lnTo>
                  <a:pt x="15019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78" name="Google Shape;378;p13"/>
          <p:cNvGrpSpPr/>
          <p:nvPr/>
        </p:nvGrpSpPr>
        <p:grpSpPr>
          <a:xfrm>
            <a:off x="1034723" y="1904019"/>
            <a:ext cx="603988" cy="831352"/>
            <a:chOff x="1187123" y="1370619"/>
            <a:chExt cx="603988" cy="831352"/>
          </a:xfrm>
        </p:grpSpPr>
        <p:sp>
          <p:nvSpPr>
            <p:cNvPr id="379" name="Google Shape;379;p13"/>
            <p:cNvSpPr/>
            <p:nvPr/>
          </p:nvSpPr>
          <p:spPr>
            <a:xfrm>
              <a:off x="1187123" y="1370619"/>
              <a:ext cx="603988" cy="831352"/>
            </a:xfrm>
            <a:custGeom>
              <a:avLst/>
              <a:gdLst/>
              <a:ahLst/>
              <a:cxnLst/>
              <a:rect l="l" t="t" r="r" b="b"/>
              <a:pathLst>
                <a:path w="11374" h="15697" extrusionOk="0">
                  <a:moveTo>
                    <a:pt x="0" y="0"/>
                  </a:moveTo>
                  <a:lnTo>
                    <a:pt x="0" y="15697"/>
                  </a:lnTo>
                  <a:lnTo>
                    <a:pt x="11373" y="15697"/>
                  </a:lnTo>
                  <a:lnTo>
                    <a:pt x="1137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13"/>
            <p:cNvSpPr/>
            <p:nvPr/>
          </p:nvSpPr>
          <p:spPr>
            <a:xfrm>
              <a:off x="1224564" y="1411498"/>
              <a:ext cx="529060" cy="749578"/>
            </a:xfrm>
            <a:custGeom>
              <a:avLst/>
              <a:gdLst/>
              <a:ahLst/>
              <a:cxnLst/>
              <a:rect l="l" t="t" r="r" b="b"/>
              <a:pathLst>
                <a:path w="9963" h="14153" extrusionOk="0">
                  <a:moveTo>
                    <a:pt x="1" y="1"/>
                  </a:moveTo>
                  <a:lnTo>
                    <a:pt x="1" y="14153"/>
                  </a:lnTo>
                  <a:lnTo>
                    <a:pt x="9963" y="14153"/>
                  </a:lnTo>
                  <a:lnTo>
                    <a:pt x="996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13"/>
            <p:cNvSpPr/>
            <p:nvPr/>
          </p:nvSpPr>
          <p:spPr>
            <a:xfrm>
              <a:off x="1382350" y="1789099"/>
              <a:ext cx="213525" cy="21768"/>
            </a:xfrm>
            <a:custGeom>
              <a:avLst/>
              <a:gdLst/>
              <a:ahLst/>
              <a:cxnLst/>
              <a:rect l="l" t="t" r="r" b="b"/>
              <a:pathLst>
                <a:path w="4021" h="411" extrusionOk="0">
                  <a:moveTo>
                    <a:pt x="0" y="1"/>
                  </a:moveTo>
                  <a:lnTo>
                    <a:pt x="0" y="410"/>
                  </a:lnTo>
                  <a:lnTo>
                    <a:pt x="4021" y="410"/>
                  </a:lnTo>
                  <a:lnTo>
                    <a:pt x="402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13"/>
            <p:cNvSpPr/>
            <p:nvPr/>
          </p:nvSpPr>
          <p:spPr>
            <a:xfrm>
              <a:off x="1272044" y="1742554"/>
              <a:ext cx="434113" cy="21715"/>
            </a:xfrm>
            <a:custGeom>
              <a:avLst/>
              <a:gdLst/>
              <a:ahLst/>
              <a:cxnLst/>
              <a:rect l="l" t="t" r="r" b="b"/>
              <a:pathLst>
                <a:path w="8175" h="410" extrusionOk="0">
                  <a:moveTo>
                    <a:pt x="1" y="0"/>
                  </a:moveTo>
                  <a:lnTo>
                    <a:pt x="1" y="410"/>
                  </a:lnTo>
                  <a:lnTo>
                    <a:pt x="8175" y="410"/>
                  </a:lnTo>
                  <a:lnTo>
                    <a:pt x="81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13"/>
            <p:cNvSpPr/>
            <p:nvPr/>
          </p:nvSpPr>
          <p:spPr>
            <a:xfrm>
              <a:off x="1270025" y="1860214"/>
              <a:ext cx="204285" cy="21768"/>
            </a:xfrm>
            <a:custGeom>
              <a:avLst/>
              <a:gdLst/>
              <a:ahLst/>
              <a:cxnLst/>
              <a:rect l="l" t="t" r="r" b="b"/>
              <a:pathLst>
                <a:path w="3847" h="411" extrusionOk="0">
                  <a:moveTo>
                    <a:pt x="0" y="1"/>
                  </a:moveTo>
                  <a:lnTo>
                    <a:pt x="0" y="410"/>
                  </a:lnTo>
                  <a:lnTo>
                    <a:pt x="3847" y="410"/>
                  </a:lnTo>
                  <a:lnTo>
                    <a:pt x="38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13"/>
            <p:cNvSpPr/>
            <p:nvPr/>
          </p:nvSpPr>
          <p:spPr>
            <a:xfrm>
              <a:off x="1270025" y="1910889"/>
              <a:ext cx="204285" cy="21715"/>
            </a:xfrm>
            <a:custGeom>
              <a:avLst/>
              <a:gdLst/>
              <a:ahLst/>
              <a:cxnLst/>
              <a:rect l="l" t="t" r="r" b="b"/>
              <a:pathLst>
                <a:path w="3847" h="410" extrusionOk="0">
                  <a:moveTo>
                    <a:pt x="0" y="0"/>
                  </a:moveTo>
                  <a:lnTo>
                    <a:pt x="0" y="410"/>
                  </a:lnTo>
                  <a:lnTo>
                    <a:pt x="3847" y="410"/>
                  </a:lnTo>
                  <a:lnTo>
                    <a:pt x="384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13"/>
            <p:cNvSpPr/>
            <p:nvPr/>
          </p:nvSpPr>
          <p:spPr>
            <a:xfrm>
              <a:off x="1270025" y="1961458"/>
              <a:ext cx="204285" cy="21715"/>
            </a:xfrm>
            <a:custGeom>
              <a:avLst/>
              <a:gdLst/>
              <a:ahLst/>
              <a:cxnLst/>
              <a:rect l="l" t="t" r="r" b="b"/>
              <a:pathLst>
                <a:path w="3847" h="410" extrusionOk="0">
                  <a:moveTo>
                    <a:pt x="0" y="0"/>
                  </a:moveTo>
                  <a:lnTo>
                    <a:pt x="0" y="409"/>
                  </a:lnTo>
                  <a:lnTo>
                    <a:pt x="3847" y="409"/>
                  </a:lnTo>
                  <a:lnTo>
                    <a:pt x="384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13"/>
            <p:cNvSpPr/>
            <p:nvPr/>
          </p:nvSpPr>
          <p:spPr>
            <a:xfrm>
              <a:off x="1270025" y="2011974"/>
              <a:ext cx="204285" cy="21768"/>
            </a:xfrm>
            <a:custGeom>
              <a:avLst/>
              <a:gdLst/>
              <a:ahLst/>
              <a:cxnLst/>
              <a:rect l="l" t="t" r="r" b="b"/>
              <a:pathLst>
                <a:path w="3847" h="411" extrusionOk="0">
                  <a:moveTo>
                    <a:pt x="0" y="1"/>
                  </a:moveTo>
                  <a:lnTo>
                    <a:pt x="0" y="410"/>
                  </a:lnTo>
                  <a:lnTo>
                    <a:pt x="3847" y="410"/>
                  </a:lnTo>
                  <a:lnTo>
                    <a:pt x="38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13"/>
            <p:cNvSpPr/>
            <p:nvPr/>
          </p:nvSpPr>
          <p:spPr>
            <a:xfrm>
              <a:off x="1270025" y="2062650"/>
              <a:ext cx="204285" cy="21715"/>
            </a:xfrm>
            <a:custGeom>
              <a:avLst/>
              <a:gdLst/>
              <a:ahLst/>
              <a:cxnLst/>
              <a:rect l="l" t="t" r="r" b="b"/>
              <a:pathLst>
                <a:path w="3847" h="410" extrusionOk="0">
                  <a:moveTo>
                    <a:pt x="0" y="0"/>
                  </a:moveTo>
                  <a:lnTo>
                    <a:pt x="0" y="410"/>
                  </a:lnTo>
                  <a:lnTo>
                    <a:pt x="3847" y="410"/>
                  </a:lnTo>
                  <a:lnTo>
                    <a:pt x="384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13"/>
            <p:cNvSpPr/>
            <p:nvPr/>
          </p:nvSpPr>
          <p:spPr>
            <a:xfrm>
              <a:off x="1503916" y="1860214"/>
              <a:ext cx="204285" cy="21768"/>
            </a:xfrm>
            <a:custGeom>
              <a:avLst/>
              <a:gdLst/>
              <a:ahLst/>
              <a:cxnLst/>
              <a:rect l="l" t="t" r="r" b="b"/>
              <a:pathLst>
                <a:path w="3847" h="411" extrusionOk="0">
                  <a:moveTo>
                    <a:pt x="1" y="1"/>
                  </a:moveTo>
                  <a:lnTo>
                    <a:pt x="1" y="410"/>
                  </a:lnTo>
                  <a:lnTo>
                    <a:pt x="3847" y="410"/>
                  </a:lnTo>
                  <a:lnTo>
                    <a:pt x="38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13"/>
            <p:cNvSpPr/>
            <p:nvPr/>
          </p:nvSpPr>
          <p:spPr>
            <a:xfrm>
              <a:off x="1503916" y="1910889"/>
              <a:ext cx="204285" cy="21715"/>
            </a:xfrm>
            <a:custGeom>
              <a:avLst/>
              <a:gdLst/>
              <a:ahLst/>
              <a:cxnLst/>
              <a:rect l="l" t="t" r="r" b="b"/>
              <a:pathLst>
                <a:path w="3847" h="410" extrusionOk="0">
                  <a:moveTo>
                    <a:pt x="1" y="0"/>
                  </a:moveTo>
                  <a:lnTo>
                    <a:pt x="1" y="410"/>
                  </a:lnTo>
                  <a:lnTo>
                    <a:pt x="3847" y="410"/>
                  </a:lnTo>
                  <a:lnTo>
                    <a:pt x="384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13"/>
            <p:cNvSpPr/>
            <p:nvPr/>
          </p:nvSpPr>
          <p:spPr>
            <a:xfrm>
              <a:off x="1503916" y="1961458"/>
              <a:ext cx="204285" cy="21715"/>
            </a:xfrm>
            <a:custGeom>
              <a:avLst/>
              <a:gdLst/>
              <a:ahLst/>
              <a:cxnLst/>
              <a:rect l="l" t="t" r="r" b="b"/>
              <a:pathLst>
                <a:path w="3847" h="410" extrusionOk="0">
                  <a:moveTo>
                    <a:pt x="1" y="0"/>
                  </a:moveTo>
                  <a:lnTo>
                    <a:pt x="1" y="409"/>
                  </a:lnTo>
                  <a:lnTo>
                    <a:pt x="3847" y="409"/>
                  </a:lnTo>
                  <a:lnTo>
                    <a:pt x="384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13"/>
            <p:cNvSpPr/>
            <p:nvPr/>
          </p:nvSpPr>
          <p:spPr>
            <a:xfrm>
              <a:off x="1503916" y="2011974"/>
              <a:ext cx="204285" cy="21768"/>
            </a:xfrm>
            <a:custGeom>
              <a:avLst/>
              <a:gdLst/>
              <a:ahLst/>
              <a:cxnLst/>
              <a:rect l="l" t="t" r="r" b="b"/>
              <a:pathLst>
                <a:path w="3847" h="411" extrusionOk="0">
                  <a:moveTo>
                    <a:pt x="1" y="1"/>
                  </a:moveTo>
                  <a:lnTo>
                    <a:pt x="1" y="410"/>
                  </a:lnTo>
                  <a:lnTo>
                    <a:pt x="3847" y="410"/>
                  </a:lnTo>
                  <a:lnTo>
                    <a:pt x="38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13"/>
            <p:cNvSpPr/>
            <p:nvPr/>
          </p:nvSpPr>
          <p:spPr>
            <a:xfrm>
              <a:off x="1503916" y="2062650"/>
              <a:ext cx="204285" cy="21715"/>
            </a:xfrm>
            <a:custGeom>
              <a:avLst/>
              <a:gdLst/>
              <a:ahLst/>
              <a:cxnLst/>
              <a:rect l="l" t="t" r="r" b="b"/>
              <a:pathLst>
                <a:path w="3847" h="410" extrusionOk="0">
                  <a:moveTo>
                    <a:pt x="1" y="0"/>
                  </a:moveTo>
                  <a:lnTo>
                    <a:pt x="1" y="410"/>
                  </a:lnTo>
                  <a:lnTo>
                    <a:pt x="3847" y="410"/>
                  </a:lnTo>
                  <a:lnTo>
                    <a:pt x="384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13"/>
            <p:cNvSpPr/>
            <p:nvPr/>
          </p:nvSpPr>
          <p:spPr>
            <a:xfrm>
              <a:off x="1391538" y="1489126"/>
              <a:ext cx="195205" cy="198821"/>
            </a:xfrm>
            <a:custGeom>
              <a:avLst/>
              <a:gdLst/>
              <a:ahLst/>
              <a:cxnLst/>
              <a:rect l="l" t="t" r="r" b="b"/>
              <a:pathLst>
                <a:path w="3676" h="3754" extrusionOk="0">
                  <a:moveTo>
                    <a:pt x="0" y="1"/>
                  </a:moveTo>
                  <a:lnTo>
                    <a:pt x="0" y="3754"/>
                  </a:lnTo>
                  <a:lnTo>
                    <a:pt x="3675" y="3754"/>
                  </a:lnTo>
                  <a:lnTo>
                    <a:pt x="367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4" name="Google Shape;394;p13"/>
          <p:cNvSpPr/>
          <p:nvPr/>
        </p:nvSpPr>
        <p:spPr>
          <a:xfrm>
            <a:off x="7214840" y="1490207"/>
            <a:ext cx="1304312" cy="2925641"/>
          </a:xfrm>
          <a:custGeom>
            <a:avLst/>
            <a:gdLst/>
            <a:ahLst/>
            <a:cxnLst/>
            <a:rect l="l" t="t" r="r" b="b"/>
            <a:pathLst>
              <a:path w="24561" h="55102" extrusionOk="0">
                <a:moveTo>
                  <a:pt x="0" y="1"/>
                </a:moveTo>
                <a:lnTo>
                  <a:pt x="0" y="55102"/>
                </a:lnTo>
                <a:lnTo>
                  <a:pt x="24561" y="55102"/>
                </a:lnTo>
                <a:lnTo>
                  <a:pt x="2456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13"/>
          <p:cNvSpPr/>
          <p:nvPr/>
        </p:nvSpPr>
        <p:spPr>
          <a:xfrm>
            <a:off x="7299023" y="1594495"/>
            <a:ext cx="1136022" cy="2821415"/>
          </a:xfrm>
          <a:custGeom>
            <a:avLst/>
            <a:gdLst/>
            <a:ahLst/>
            <a:cxnLst/>
            <a:rect l="l" t="t" r="r" b="b"/>
            <a:pathLst>
              <a:path w="21392" h="53139" extrusionOk="0">
                <a:moveTo>
                  <a:pt x="0" y="0"/>
                </a:moveTo>
                <a:lnTo>
                  <a:pt x="0" y="53139"/>
                </a:lnTo>
                <a:lnTo>
                  <a:pt x="21392" y="53139"/>
                </a:lnTo>
                <a:lnTo>
                  <a:pt x="2139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13"/>
          <p:cNvSpPr/>
          <p:nvPr/>
        </p:nvSpPr>
        <p:spPr>
          <a:xfrm>
            <a:off x="7580996" y="1594495"/>
            <a:ext cx="854778" cy="2809097"/>
          </a:xfrm>
          <a:custGeom>
            <a:avLst/>
            <a:gdLst/>
            <a:ahLst/>
            <a:cxnLst/>
            <a:rect l="l" t="t" r="r" b="b"/>
            <a:pathLst>
              <a:path w="16096" h="52907" extrusionOk="0">
                <a:moveTo>
                  <a:pt x="16096" y="0"/>
                </a:moveTo>
                <a:lnTo>
                  <a:pt x="1" y="3025"/>
                </a:lnTo>
                <a:lnTo>
                  <a:pt x="1" y="49432"/>
                </a:lnTo>
                <a:lnTo>
                  <a:pt x="16096" y="52907"/>
                </a:lnTo>
                <a:lnTo>
                  <a:pt x="16096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13"/>
          <p:cNvSpPr/>
          <p:nvPr/>
        </p:nvSpPr>
        <p:spPr>
          <a:xfrm>
            <a:off x="196838" y="1417937"/>
            <a:ext cx="727957" cy="1004510"/>
          </a:xfrm>
          <a:custGeom>
            <a:avLst/>
            <a:gdLst/>
            <a:ahLst/>
            <a:cxnLst/>
            <a:rect l="l" t="t" r="r" b="b"/>
            <a:pathLst>
              <a:path w="6036" h="8331" extrusionOk="0">
                <a:moveTo>
                  <a:pt x="0" y="0"/>
                </a:moveTo>
                <a:lnTo>
                  <a:pt x="0" y="8330"/>
                </a:lnTo>
                <a:lnTo>
                  <a:pt x="6035" y="8330"/>
                </a:lnTo>
                <a:lnTo>
                  <a:pt x="603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13"/>
          <p:cNvSpPr/>
          <p:nvPr/>
        </p:nvSpPr>
        <p:spPr>
          <a:xfrm>
            <a:off x="241949" y="1467256"/>
            <a:ext cx="637746" cy="905759"/>
          </a:xfrm>
          <a:custGeom>
            <a:avLst/>
            <a:gdLst/>
            <a:ahLst/>
            <a:cxnLst/>
            <a:rect l="l" t="t" r="r" b="b"/>
            <a:pathLst>
              <a:path w="5288" h="7512" extrusionOk="0">
                <a:moveTo>
                  <a:pt x="0" y="1"/>
                </a:moveTo>
                <a:lnTo>
                  <a:pt x="0" y="7512"/>
                </a:lnTo>
                <a:lnTo>
                  <a:pt x="5287" y="7512"/>
                </a:lnTo>
                <a:lnTo>
                  <a:pt x="528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13"/>
          <p:cNvSpPr/>
          <p:nvPr/>
        </p:nvSpPr>
        <p:spPr>
          <a:xfrm>
            <a:off x="461474" y="1693112"/>
            <a:ext cx="198632" cy="23633"/>
          </a:xfrm>
          <a:custGeom>
            <a:avLst/>
            <a:gdLst/>
            <a:ahLst/>
            <a:cxnLst/>
            <a:rect l="l" t="t" r="r" b="b"/>
            <a:pathLst>
              <a:path w="1647" h="196" extrusionOk="0">
                <a:moveTo>
                  <a:pt x="1" y="0"/>
                </a:moveTo>
                <a:lnTo>
                  <a:pt x="1" y="196"/>
                </a:lnTo>
                <a:lnTo>
                  <a:pt x="1647" y="196"/>
                </a:lnTo>
                <a:lnTo>
                  <a:pt x="164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13"/>
          <p:cNvSpPr/>
          <p:nvPr/>
        </p:nvSpPr>
        <p:spPr>
          <a:xfrm>
            <a:off x="358828" y="1642346"/>
            <a:ext cx="404018" cy="23753"/>
          </a:xfrm>
          <a:custGeom>
            <a:avLst/>
            <a:gdLst/>
            <a:ahLst/>
            <a:cxnLst/>
            <a:rect l="l" t="t" r="r" b="b"/>
            <a:pathLst>
              <a:path w="3350" h="197" extrusionOk="0">
                <a:moveTo>
                  <a:pt x="0" y="1"/>
                </a:moveTo>
                <a:lnTo>
                  <a:pt x="0" y="196"/>
                </a:lnTo>
                <a:lnTo>
                  <a:pt x="3349" y="196"/>
                </a:lnTo>
                <a:lnTo>
                  <a:pt x="334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13"/>
          <p:cNvSpPr/>
          <p:nvPr/>
        </p:nvSpPr>
        <p:spPr>
          <a:xfrm>
            <a:off x="356898" y="1770286"/>
            <a:ext cx="190070" cy="23753"/>
          </a:xfrm>
          <a:custGeom>
            <a:avLst/>
            <a:gdLst/>
            <a:ahLst/>
            <a:cxnLst/>
            <a:rect l="l" t="t" r="r" b="b"/>
            <a:pathLst>
              <a:path w="1576" h="197" extrusionOk="0">
                <a:moveTo>
                  <a:pt x="1" y="1"/>
                </a:moveTo>
                <a:lnTo>
                  <a:pt x="1" y="196"/>
                </a:lnTo>
                <a:lnTo>
                  <a:pt x="1576" y="196"/>
                </a:lnTo>
                <a:lnTo>
                  <a:pt x="1576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13"/>
          <p:cNvSpPr/>
          <p:nvPr/>
        </p:nvSpPr>
        <p:spPr>
          <a:xfrm>
            <a:off x="356898" y="1825273"/>
            <a:ext cx="190070" cy="23753"/>
          </a:xfrm>
          <a:custGeom>
            <a:avLst/>
            <a:gdLst/>
            <a:ahLst/>
            <a:cxnLst/>
            <a:rect l="l" t="t" r="r" b="b"/>
            <a:pathLst>
              <a:path w="1576" h="197" extrusionOk="0">
                <a:moveTo>
                  <a:pt x="1" y="1"/>
                </a:moveTo>
                <a:lnTo>
                  <a:pt x="1" y="196"/>
                </a:lnTo>
                <a:lnTo>
                  <a:pt x="1576" y="196"/>
                </a:lnTo>
                <a:lnTo>
                  <a:pt x="1576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13"/>
          <p:cNvSpPr/>
          <p:nvPr/>
        </p:nvSpPr>
        <p:spPr>
          <a:xfrm>
            <a:off x="356898" y="1880260"/>
            <a:ext cx="190070" cy="23753"/>
          </a:xfrm>
          <a:custGeom>
            <a:avLst/>
            <a:gdLst/>
            <a:ahLst/>
            <a:cxnLst/>
            <a:rect l="l" t="t" r="r" b="b"/>
            <a:pathLst>
              <a:path w="1576" h="197" extrusionOk="0">
                <a:moveTo>
                  <a:pt x="1" y="1"/>
                </a:moveTo>
                <a:lnTo>
                  <a:pt x="1" y="196"/>
                </a:lnTo>
                <a:lnTo>
                  <a:pt x="1576" y="196"/>
                </a:lnTo>
                <a:lnTo>
                  <a:pt x="1576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13"/>
          <p:cNvSpPr/>
          <p:nvPr/>
        </p:nvSpPr>
        <p:spPr>
          <a:xfrm>
            <a:off x="356898" y="1935367"/>
            <a:ext cx="190070" cy="23633"/>
          </a:xfrm>
          <a:custGeom>
            <a:avLst/>
            <a:gdLst/>
            <a:ahLst/>
            <a:cxnLst/>
            <a:rect l="l" t="t" r="r" b="b"/>
            <a:pathLst>
              <a:path w="1576" h="196" extrusionOk="0">
                <a:moveTo>
                  <a:pt x="1" y="0"/>
                </a:moveTo>
                <a:lnTo>
                  <a:pt x="1" y="196"/>
                </a:lnTo>
                <a:lnTo>
                  <a:pt x="1576" y="196"/>
                </a:lnTo>
                <a:lnTo>
                  <a:pt x="15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13"/>
          <p:cNvSpPr/>
          <p:nvPr/>
        </p:nvSpPr>
        <p:spPr>
          <a:xfrm>
            <a:off x="356898" y="1990354"/>
            <a:ext cx="190070" cy="23633"/>
          </a:xfrm>
          <a:custGeom>
            <a:avLst/>
            <a:gdLst/>
            <a:ahLst/>
            <a:cxnLst/>
            <a:rect l="l" t="t" r="r" b="b"/>
            <a:pathLst>
              <a:path w="1576" h="196" extrusionOk="0">
                <a:moveTo>
                  <a:pt x="1" y="0"/>
                </a:moveTo>
                <a:lnTo>
                  <a:pt x="1" y="196"/>
                </a:lnTo>
                <a:lnTo>
                  <a:pt x="1576" y="196"/>
                </a:lnTo>
                <a:lnTo>
                  <a:pt x="15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13"/>
          <p:cNvSpPr/>
          <p:nvPr/>
        </p:nvSpPr>
        <p:spPr>
          <a:xfrm>
            <a:off x="574614" y="1770286"/>
            <a:ext cx="190070" cy="23753"/>
          </a:xfrm>
          <a:custGeom>
            <a:avLst/>
            <a:gdLst/>
            <a:ahLst/>
            <a:cxnLst/>
            <a:rect l="l" t="t" r="r" b="b"/>
            <a:pathLst>
              <a:path w="1576" h="197" extrusionOk="0">
                <a:moveTo>
                  <a:pt x="0" y="1"/>
                </a:moveTo>
                <a:lnTo>
                  <a:pt x="0" y="196"/>
                </a:lnTo>
                <a:lnTo>
                  <a:pt x="1576" y="196"/>
                </a:lnTo>
                <a:lnTo>
                  <a:pt x="1576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13"/>
          <p:cNvSpPr/>
          <p:nvPr/>
        </p:nvSpPr>
        <p:spPr>
          <a:xfrm>
            <a:off x="574614" y="1825273"/>
            <a:ext cx="190070" cy="23753"/>
          </a:xfrm>
          <a:custGeom>
            <a:avLst/>
            <a:gdLst/>
            <a:ahLst/>
            <a:cxnLst/>
            <a:rect l="l" t="t" r="r" b="b"/>
            <a:pathLst>
              <a:path w="1576" h="197" extrusionOk="0">
                <a:moveTo>
                  <a:pt x="0" y="1"/>
                </a:moveTo>
                <a:lnTo>
                  <a:pt x="0" y="196"/>
                </a:lnTo>
                <a:lnTo>
                  <a:pt x="1576" y="196"/>
                </a:lnTo>
                <a:lnTo>
                  <a:pt x="1576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13"/>
          <p:cNvSpPr/>
          <p:nvPr/>
        </p:nvSpPr>
        <p:spPr>
          <a:xfrm>
            <a:off x="574614" y="1880260"/>
            <a:ext cx="190070" cy="23753"/>
          </a:xfrm>
          <a:custGeom>
            <a:avLst/>
            <a:gdLst/>
            <a:ahLst/>
            <a:cxnLst/>
            <a:rect l="l" t="t" r="r" b="b"/>
            <a:pathLst>
              <a:path w="1576" h="197" extrusionOk="0">
                <a:moveTo>
                  <a:pt x="0" y="1"/>
                </a:moveTo>
                <a:lnTo>
                  <a:pt x="0" y="196"/>
                </a:lnTo>
                <a:lnTo>
                  <a:pt x="1576" y="196"/>
                </a:lnTo>
                <a:lnTo>
                  <a:pt x="1576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13"/>
          <p:cNvSpPr/>
          <p:nvPr/>
        </p:nvSpPr>
        <p:spPr>
          <a:xfrm>
            <a:off x="574614" y="1935367"/>
            <a:ext cx="190070" cy="23633"/>
          </a:xfrm>
          <a:custGeom>
            <a:avLst/>
            <a:gdLst/>
            <a:ahLst/>
            <a:cxnLst/>
            <a:rect l="l" t="t" r="r" b="b"/>
            <a:pathLst>
              <a:path w="1576" h="196" extrusionOk="0">
                <a:moveTo>
                  <a:pt x="0" y="0"/>
                </a:moveTo>
                <a:lnTo>
                  <a:pt x="0" y="196"/>
                </a:lnTo>
                <a:lnTo>
                  <a:pt x="1576" y="196"/>
                </a:lnTo>
                <a:lnTo>
                  <a:pt x="15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13"/>
          <p:cNvSpPr/>
          <p:nvPr/>
        </p:nvSpPr>
        <p:spPr>
          <a:xfrm>
            <a:off x="574614" y="1990354"/>
            <a:ext cx="190070" cy="23633"/>
          </a:xfrm>
          <a:custGeom>
            <a:avLst/>
            <a:gdLst/>
            <a:ahLst/>
            <a:cxnLst/>
            <a:rect l="l" t="t" r="r" b="b"/>
            <a:pathLst>
              <a:path w="1576" h="196" extrusionOk="0">
                <a:moveTo>
                  <a:pt x="0" y="0"/>
                </a:moveTo>
                <a:lnTo>
                  <a:pt x="0" y="196"/>
                </a:lnTo>
                <a:lnTo>
                  <a:pt x="1576" y="196"/>
                </a:lnTo>
                <a:lnTo>
                  <a:pt x="15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13"/>
          <p:cNvSpPr/>
          <p:nvPr/>
        </p:nvSpPr>
        <p:spPr>
          <a:xfrm>
            <a:off x="356898" y="2044255"/>
            <a:ext cx="190070" cy="23753"/>
          </a:xfrm>
          <a:custGeom>
            <a:avLst/>
            <a:gdLst/>
            <a:ahLst/>
            <a:cxnLst/>
            <a:rect l="l" t="t" r="r" b="b"/>
            <a:pathLst>
              <a:path w="1576" h="197" extrusionOk="0">
                <a:moveTo>
                  <a:pt x="1" y="1"/>
                </a:moveTo>
                <a:lnTo>
                  <a:pt x="1" y="196"/>
                </a:lnTo>
                <a:lnTo>
                  <a:pt x="1576" y="196"/>
                </a:lnTo>
                <a:lnTo>
                  <a:pt x="1576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13"/>
          <p:cNvSpPr/>
          <p:nvPr/>
        </p:nvSpPr>
        <p:spPr>
          <a:xfrm>
            <a:off x="356898" y="2099363"/>
            <a:ext cx="190070" cy="23633"/>
          </a:xfrm>
          <a:custGeom>
            <a:avLst/>
            <a:gdLst/>
            <a:ahLst/>
            <a:cxnLst/>
            <a:rect l="l" t="t" r="r" b="b"/>
            <a:pathLst>
              <a:path w="1576" h="196" extrusionOk="0">
                <a:moveTo>
                  <a:pt x="1" y="0"/>
                </a:moveTo>
                <a:lnTo>
                  <a:pt x="1" y="196"/>
                </a:lnTo>
                <a:lnTo>
                  <a:pt x="1576" y="196"/>
                </a:lnTo>
                <a:lnTo>
                  <a:pt x="15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13"/>
          <p:cNvSpPr/>
          <p:nvPr/>
        </p:nvSpPr>
        <p:spPr>
          <a:xfrm>
            <a:off x="356898" y="2154349"/>
            <a:ext cx="190070" cy="23633"/>
          </a:xfrm>
          <a:custGeom>
            <a:avLst/>
            <a:gdLst/>
            <a:ahLst/>
            <a:cxnLst/>
            <a:rect l="l" t="t" r="r" b="b"/>
            <a:pathLst>
              <a:path w="1576" h="196" extrusionOk="0">
                <a:moveTo>
                  <a:pt x="1" y="0"/>
                </a:moveTo>
                <a:lnTo>
                  <a:pt x="1" y="196"/>
                </a:lnTo>
                <a:lnTo>
                  <a:pt x="1576" y="196"/>
                </a:lnTo>
                <a:lnTo>
                  <a:pt x="15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13"/>
          <p:cNvSpPr/>
          <p:nvPr/>
        </p:nvSpPr>
        <p:spPr>
          <a:xfrm>
            <a:off x="356898" y="2209336"/>
            <a:ext cx="190070" cy="23633"/>
          </a:xfrm>
          <a:custGeom>
            <a:avLst/>
            <a:gdLst/>
            <a:ahLst/>
            <a:cxnLst/>
            <a:rect l="l" t="t" r="r" b="b"/>
            <a:pathLst>
              <a:path w="1576" h="196" extrusionOk="0">
                <a:moveTo>
                  <a:pt x="1" y="0"/>
                </a:moveTo>
                <a:lnTo>
                  <a:pt x="1" y="196"/>
                </a:lnTo>
                <a:lnTo>
                  <a:pt x="1576" y="196"/>
                </a:lnTo>
                <a:lnTo>
                  <a:pt x="15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13"/>
          <p:cNvSpPr/>
          <p:nvPr/>
        </p:nvSpPr>
        <p:spPr>
          <a:xfrm>
            <a:off x="574614" y="2044255"/>
            <a:ext cx="190070" cy="23753"/>
          </a:xfrm>
          <a:custGeom>
            <a:avLst/>
            <a:gdLst/>
            <a:ahLst/>
            <a:cxnLst/>
            <a:rect l="l" t="t" r="r" b="b"/>
            <a:pathLst>
              <a:path w="1576" h="197" extrusionOk="0">
                <a:moveTo>
                  <a:pt x="0" y="1"/>
                </a:moveTo>
                <a:lnTo>
                  <a:pt x="0" y="196"/>
                </a:lnTo>
                <a:lnTo>
                  <a:pt x="1576" y="196"/>
                </a:lnTo>
                <a:lnTo>
                  <a:pt x="1576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13"/>
          <p:cNvSpPr/>
          <p:nvPr/>
        </p:nvSpPr>
        <p:spPr>
          <a:xfrm>
            <a:off x="574614" y="2099363"/>
            <a:ext cx="190070" cy="23633"/>
          </a:xfrm>
          <a:custGeom>
            <a:avLst/>
            <a:gdLst/>
            <a:ahLst/>
            <a:cxnLst/>
            <a:rect l="l" t="t" r="r" b="b"/>
            <a:pathLst>
              <a:path w="1576" h="196" extrusionOk="0">
                <a:moveTo>
                  <a:pt x="0" y="0"/>
                </a:moveTo>
                <a:lnTo>
                  <a:pt x="0" y="196"/>
                </a:lnTo>
                <a:lnTo>
                  <a:pt x="1576" y="196"/>
                </a:lnTo>
                <a:lnTo>
                  <a:pt x="15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13"/>
          <p:cNvSpPr/>
          <p:nvPr/>
        </p:nvSpPr>
        <p:spPr>
          <a:xfrm>
            <a:off x="574614" y="2154349"/>
            <a:ext cx="190070" cy="23633"/>
          </a:xfrm>
          <a:custGeom>
            <a:avLst/>
            <a:gdLst/>
            <a:ahLst/>
            <a:cxnLst/>
            <a:rect l="l" t="t" r="r" b="b"/>
            <a:pathLst>
              <a:path w="1576" h="196" extrusionOk="0">
                <a:moveTo>
                  <a:pt x="0" y="0"/>
                </a:moveTo>
                <a:lnTo>
                  <a:pt x="0" y="196"/>
                </a:lnTo>
                <a:lnTo>
                  <a:pt x="1576" y="196"/>
                </a:lnTo>
                <a:lnTo>
                  <a:pt x="15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13"/>
          <p:cNvSpPr/>
          <p:nvPr/>
        </p:nvSpPr>
        <p:spPr>
          <a:xfrm>
            <a:off x="574614" y="2209336"/>
            <a:ext cx="190070" cy="23633"/>
          </a:xfrm>
          <a:custGeom>
            <a:avLst/>
            <a:gdLst/>
            <a:ahLst/>
            <a:cxnLst/>
            <a:rect l="l" t="t" r="r" b="b"/>
            <a:pathLst>
              <a:path w="1576" h="196" extrusionOk="0">
                <a:moveTo>
                  <a:pt x="0" y="0"/>
                </a:moveTo>
                <a:lnTo>
                  <a:pt x="0" y="196"/>
                </a:lnTo>
                <a:lnTo>
                  <a:pt x="1576" y="196"/>
                </a:lnTo>
                <a:lnTo>
                  <a:pt x="15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13"/>
          <p:cNvSpPr/>
          <p:nvPr/>
        </p:nvSpPr>
        <p:spPr>
          <a:xfrm>
            <a:off x="7683663" y="1267613"/>
            <a:ext cx="366849" cy="151055"/>
          </a:xfrm>
          <a:custGeom>
            <a:avLst/>
            <a:gdLst/>
            <a:ahLst/>
            <a:cxnLst/>
            <a:rect l="l" t="t" r="r" b="b"/>
            <a:pathLst>
              <a:path w="6908" h="2845" extrusionOk="0">
                <a:moveTo>
                  <a:pt x="0" y="1"/>
                </a:moveTo>
                <a:lnTo>
                  <a:pt x="0" y="2844"/>
                </a:lnTo>
                <a:lnTo>
                  <a:pt x="6908" y="2844"/>
                </a:lnTo>
                <a:lnTo>
                  <a:pt x="6908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13"/>
          <p:cNvSpPr/>
          <p:nvPr/>
        </p:nvSpPr>
        <p:spPr>
          <a:xfrm>
            <a:off x="7705332" y="1291985"/>
            <a:ext cx="323516" cy="102208"/>
          </a:xfrm>
          <a:custGeom>
            <a:avLst/>
            <a:gdLst/>
            <a:ahLst/>
            <a:cxnLst/>
            <a:rect l="l" t="t" r="r" b="b"/>
            <a:pathLst>
              <a:path w="6092" h="1925" extrusionOk="0">
                <a:moveTo>
                  <a:pt x="0" y="1"/>
                </a:moveTo>
                <a:lnTo>
                  <a:pt x="0" y="1925"/>
                </a:lnTo>
                <a:lnTo>
                  <a:pt x="6092" y="1925"/>
                </a:lnTo>
                <a:lnTo>
                  <a:pt x="6092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13"/>
          <p:cNvSpPr/>
          <p:nvPr/>
        </p:nvSpPr>
        <p:spPr>
          <a:xfrm>
            <a:off x="4833500" y="177253"/>
            <a:ext cx="2115497" cy="254172"/>
          </a:xfrm>
          <a:custGeom>
            <a:avLst/>
            <a:gdLst/>
            <a:ahLst/>
            <a:cxnLst/>
            <a:rect l="l" t="t" r="r" b="b"/>
            <a:pathLst>
              <a:path w="39838" h="3551" extrusionOk="0">
                <a:moveTo>
                  <a:pt x="5462" y="0"/>
                </a:moveTo>
                <a:cubicBezTo>
                  <a:pt x="3101" y="0"/>
                  <a:pt x="960" y="1391"/>
                  <a:pt x="1" y="3550"/>
                </a:cubicBezTo>
                <a:lnTo>
                  <a:pt x="39837" y="3550"/>
                </a:lnTo>
                <a:cubicBezTo>
                  <a:pt x="38878" y="1391"/>
                  <a:pt x="36738" y="0"/>
                  <a:pt x="3437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13"/>
          <p:cNvSpPr/>
          <p:nvPr/>
        </p:nvSpPr>
        <p:spPr>
          <a:xfrm>
            <a:off x="5389646" y="-9530"/>
            <a:ext cx="53" cy="219730"/>
          </a:xfrm>
          <a:custGeom>
            <a:avLst/>
            <a:gdLst/>
            <a:ahLst/>
            <a:cxnLst/>
            <a:rect l="l" t="t" r="r" b="b"/>
            <a:pathLst>
              <a:path w="1" h="7000" fill="none" extrusionOk="0">
                <a:moveTo>
                  <a:pt x="1" y="7000"/>
                </a:moveTo>
                <a:lnTo>
                  <a:pt x="1" y="0"/>
                </a:lnTo>
              </a:path>
            </a:pathLst>
          </a:custGeom>
          <a:noFill/>
          <a:ln w="14100" cap="flat" cmpd="sng">
            <a:solidFill>
              <a:schemeClr val="accent1"/>
            </a:solidFill>
            <a:prstDash val="solid"/>
            <a:miter lim="141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13"/>
          <p:cNvSpPr/>
          <p:nvPr/>
        </p:nvSpPr>
        <p:spPr>
          <a:xfrm>
            <a:off x="6392922" y="-9530"/>
            <a:ext cx="53" cy="219730"/>
          </a:xfrm>
          <a:custGeom>
            <a:avLst/>
            <a:gdLst/>
            <a:ahLst/>
            <a:cxnLst/>
            <a:rect l="l" t="t" r="r" b="b"/>
            <a:pathLst>
              <a:path w="1" h="7000" fill="none" extrusionOk="0">
                <a:moveTo>
                  <a:pt x="1" y="7000"/>
                </a:moveTo>
                <a:lnTo>
                  <a:pt x="1" y="0"/>
                </a:lnTo>
              </a:path>
            </a:pathLst>
          </a:custGeom>
          <a:noFill/>
          <a:ln w="14100" cap="flat" cmpd="sng">
            <a:solidFill>
              <a:schemeClr val="accent1"/>
            </a:solidFill>
            <a:prstDash val="solid"/>
            <a:miter lim="141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13"/>
          <p:cNvSpPr/>
          <p:nvPr/>
        </p:nvSpPr>
        <p:spPr>
          <a:xfrm>
            <a:off x="413700" y="319350"/>
            <a:ext cx="8316600" cy="4504800"/>
          </a:xfrm>
          <a:prstGeom prst="rect">
            <a:avLst/>
          </a:prstGeom>
          <a:solidFill>
            <a:srgbClr val="FFFFFF">
              <a:alpha val="844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13"/>
          <p:cNvSpPr txBox="1">
            <a:spLocks noGrp="1"/>
          </p:cNvSpPr>
          <p:nvPr>
            <p:ph type="subTitle" idx="1"/>
          </p:nvPr>
        </p:nvSpPr>
        <p:spPr>
          <a:xfrm>
            <a:off x="5183224" y="226153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6" name="Google Shape;426;p13"/>
          <p:cNvSpPr txBox="1">
            <a:spLocks noGrp="1"/>
          </p:cNvSpPr>
          <p:nvPr>
            <p:ph type="subTitle" idx="2"/>
          </p:nvPr>
        </p:nvSpPr>
        <p:spPr>
          <a:xfrm>
            <a:off x="5183224" y="3940373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7" name="Google Shape;427;p13"/>
          <p:cNvSpPr txBox="1">
            <a:spLocks noGrp="1"/>
          </p:cNvSpPr>
          <p:nvPr>
            <p:ph type="subTitle" idx="3"/>
          </p:nvPr>
        </p:nvSpPr>
        <p:spPr>
          <a:xfrm>
            <a:off x="5183224" y="1882194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accent4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28" name="Google Shape;428;p13"/>
          <p:cNvSpPr txBox="1">
            <a:spLocks noGrp="1"/>
          </p:cNvSpPr>
          <p:nvPr>
            <p:ph type="subTitle" idx="4"/>
          </p:nvPr>
        </p:nvSpPr>
        <p:spPr>
          <a:xfrm>
            <a:off x="5183224" y="3561148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accent4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29" name="Google Shape;429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430" name="Google Shape;430;p13"/>
          <p:cNvSpPr txBox="1">
            <a:spLocks noGrp="1"/>
          </p:cNvSpPr>
          <p:nvPr>
            <p:ph type="subTitle" idx="5"/>
          </p:nvPr>
        </p:nvSpPr>
        <p:spPr>
          <a:xfrm>
            <a:off x="1655276" y="226153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1" name="Google Shape;431;p13"/>
          <p:cNvSpPr txBox="1">
            <a:spLocks noGrp="1"/>
          </p:cNvSpPr>
          <p:nvPr>
            <p:ph type="subTitle" idx="6"/>
          </p:nvPr>
        </p:nvSpPr>
        <p:spPr>
          <a:xfrm>
            <a:off x="1655276" y="3940373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2" name="Google Shape;432;p13"/>
          <p:cNvSpPr txBox="1">
            <a:spLocks noGrp="1"/>
          </p:cNvSpPr>
          <p:nvPr>
            <p:ph type="title" idx="7" hasCustomPrompt="1"/>
          </p:nvPr>
        </p:nvSpPr>
        <p:spPr>
          <a:xfrm>
            <a:off x="2440676" y="1358407"/>
            <a:ext cx="734700" cy="4476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33" name="Google Shape;433;p13"/>
          <p:cNvSpPr txBox="1">
            <a:spLocks noGrp="1"/>
          </p:cNvSpPr>
          <p:nvPr>
            <p:ph type="title" idx="8" hasCustomPrompt="1"/>
          </p:nvPr>
        </p:nvSpPr>
        <p:spPr>
          <a:xfrm>
            <a:off x="2440676" y="3037252"/>
            <a:ext cx="734700" cy="4476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34" name="Google Shape;434;p13"/>
          <p:cNvSpPr txBox="1">
            <a:spLocks noGrp="1"/>
          </p:cNvSpPr>
          <p:nvPr>
            <p:ph type="title" idx="9" hasCustomPrompt="1"/>
          </p:nvPr>
        </p:nvSpPr>
        <p:spPr>
          <a:xfrm>
            <a:off x="5968624" y="1358407"/>
            <a:ext cx="734700" cy="4476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35" name="Google Shape;435;p13"/>
          <p:cNvSpPr txBox="1">
            <a:spLocks noGrp="1"/>
          </p:cNvSpPr>
          <p:nvPr>
            <p:ph type="title" idx="13" hasCustomPrompt="1"/>
          </p:nvPr>
        </p:nvSpPr>
        <p:spPr>
          <a:xfrm>
            <a:off x="5968624" y="3037252"/>
            <a:ext cx="734700" cy="4476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36" name="Google Shape;436;p13"/>
          <p:cNvSpPr txBox="1">
            <a:spLocks noGrp="1"/>
          </p:cNvSpPr>
          <p:nvPr>
            <p:ph type="subTitle" idx="14"/>
          </p:nvPr>
        </p:nvSpPr>
        <p:spPr>
          <a:xfrm>
            <a:off x="1655276" y="1882194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accent4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37" name="Google Shape;437;p13"/>
          <p:cNvSpPr txBox="1">
            <a:spLocks noGrp="1"/>
          </p:cNvSpPr>
          <p:nvPr>
            <p:ph type="subTitle" idx="15"/>
          </p:nvPr>
        </p:nvSpPr>
        <p:spPr>
          <a:xfrm>
            <a:off x="1655276" y="3561148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accent4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11"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5"/>
          <p:cNvSpPr/>
          <p:nvPr/>
        </p:nvSpPr>
        <p:spPr>
          <a:xfrm>
            <a:off x="-45750" y="4286250"/>
            <a:ext cx="9235500" cy="866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15"/>
          <p:cNvSpPr txBox="1">
            <a:spLocks noGrp="1"/>
          </p:cNvSpPr>
          <p:nvPr>
            <p:ph type="title"/>
          </p:nvPr>
        </p:nvSpPr>
        <p:spPr>
          <a:xfrm>
            <a:off x="2376450" y="2503225"/>
            <a:ext cx="43911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70" name="Google Shape;470;p15"/>
          <p:cNvSpPr/>
          <p:nvPr/>
        </p:nvSpPr>
        <p:spPr>
          <a:xfrm flipH="1">
            <a:off x="-23840" y="4289225"/>
            <a:ext cx="9191681" cy="126673"/>
          </a:xfrm>
          <a:custGeom>
            <a:avLst/>
            <a:gdLst/>
            <a:ahLst/>
            <a:cxnLst/>
            <a:rect l="l" t="t" r="r" b="b"/>
            <a:pathLst>
              <a:path w="150197" h="2386" extrusionOk="0">
                <a:moveTo>
                  <a:pt x="0" y="0"/>
                </a:moveTo>
                <a:lnTo>
                  <a:pt x="0" y="2386"/>
                </a:lnTo>
                <a:lnTo>
                  <a:pt x="150197" y="2386"/>
                </a:lnTo>
                <a:lnTo>
                  <a:pt x="15019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15"/>
          <p:cNvSpPr/>
          <p:nvPr/>
        </p:nvSpPr>
        <p:spPr>
          <a:xfrm>
            <a:off x="7178565" y="1063975"/>
            <a:ext cx="2033799" cy="3274353"/>
          </a:xfrm>
          <a:custGeom>
            <a:avLst/>
            <a:gdLst/>
            <a:ahLst/>
            <a:cxnLst/>
            <a:rect l="l" t="t" r="r" b="b"/>
            <a:pathLst>
              <a:path w="45845" h="60124" extrusionOk="0">
                <a:moveTo>
                  <a:pt x="0" y="1"/>
                </a:moveTo>
                <a:lnTo>
                  <a:pt x="0" y="60124"/>
                </a:lnTo>
                <a:lnTo>
                  <a:pt x="45844" y="60124"/>
                </a:lnTo>
                <a:lnTo>
                  <a:pt x="4584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15"/>
          <p:cNvSpPr/>
          <p:nvPr/>
        </p:nvSpPr>
        <p:spPr>
          <a:xfrm>
            <a:off x="7315314" y="1190200"/>
            <a:ext cx="1897041" cy="3125133"/>
          </a:xfrm>
          <a:custGeom>
            <a:avLst/>
            <a:gdLst/>
            <a:ahLst/>
            <a:cxnLst/>
            <a:rect l="l" t="t" r="r" b="b"/>
            <a:pathLst>
              <a:path w="43756" h="57384" extrusionOk="0">
                <a:moveTo>
                  <a:pt x="1" y="1"/>
                </a:moveTo>
                <a:lnTo>
                  <a:pt x="1" y="57384"/>
                </a:lnTo>
                <a:lnTo>
                  <a:pt x="43755" y="57384"/>
                </a:lnTo>
                <a:lnTo>
                  <a:pt x="4375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15"/>
          <p:cNvSpPr/>
          <p:nvPr/>
        </p:nvSpPr>
        <p:spPr>
          <a:xfrm>
            <a:off x="8966732" y="2566880"/>
            <a:ext cx="197472" cy="279924"/>
          </a:xfrm>
          <a:custGeom>
            <a:avLst/>
            <a:gdLst/>
            <a:ahLst/>
            <a:cxnLst/>
            <a:rect l="l" t="t" r="r" b="b"/>
            <a:pathLst>
              <a:path w="3626" h="5140" extrusionOk="0">
                <a:moveTo>
                  <a:pt x="0" y="0"/>
                </a:moveTo>
                <a:lnTo>
                  <a:pt x="0" y="5140"/>
                </a:lnTo>
                <a:lnTo>
                  <a:pt x="3625" y="5140"/>
                </a:lnTo>
                <a:lnTo>
                  <a:pt x="362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15"/>
          <p:cNvSpPr/>
          <p:nvPr/>
        </p:nvSpPr>
        <p:spPr>
          <a:xfrm>
            <a:off x="8729018" y="2566880"/>
            <a:ext cx="197472" cy="279924"/>
          </a:xfrm>
          <a:custGeom>
            <a:avLst/>
            <a:gdLst/>
            <a:ahLst/>
            <a:cxnLst/>
            <a:rect l="l" t="t" r="r" b="b"/>
            <a:pathLst>
              <a:path w="3626" h="5140" extrusionOk="0">
                <a:moveTo>
                  <a:pt x="1" y="0"/>
                </a:moveTo>
                <a:lnTo>
                  <a:pt x="1" y="5140"/>
                </a:lnTo>
                <a:lnTo>
                  <a:pt x="3626" y="5140"/>
                </a:lnTo>
                <a:lnTo>
                  <a:pt x="362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15"/>
          <p:cNvSpPr/>
          <p:nvPr/>
        </p:nvSpPr>
        <p:spPr>
          <a:xfrm>
            <a:off x="8491304" y="2566880"/>
            <a:ext cx="197526" cy="279924"/>
          </a:xfrm>
          <a:custGeom>
            <a:avLst/>
            <a:gdLst/>
            <a:ahLst/>
            <a:cxnLst/>
            <a:rect l="l" t="t" r="r" b="b"/>
            <a:pathLst>
              <a:path w="3627" h="5140" extrusionOk="0">
                <a:moveTo>
                  <a:pt x="1" y="0"/>
                </a:moveTo>
                <a:lnTo>
                  <a:pt x="1" y="5140"/>
                </a:lnTo>
                <a:lnTo>
                  <a:pt x="3626" y="5140"/>
                </a:lnTo>
                <a:lnTo>
                  <a:pt x="362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15"/>
          <p:cNvSpPr/>
          <p:nvPr/>
        </p:nvSpPr>
        <p:spPr>
          <a:xfrm>
            <a:off x="8253699" y="2566880"/>
            <a:ext cx="197472" cy="279924"/>
          </a:xfrm>
          <a:custGeom>
            <a:avLst/>
            <a:gdLst/>
            <a:ahLst/>
            <a:cxnLst/>
            <a:rect l="l" t="t" r="r" b="b"/>
            <a:pathLst>
              <a:path w="3626" h="5140" extrusionOk="0">
                <a:moveTo>
                  <a:pt x="1" y="0"/>
                </a:moveTo>
                <a:lnTo>
                  <a:pt x="1" y="5140"/>
                </a:lnTo>
                <a:lnTo>
                  <a:pt x="3626" y="5140"/>
                </a:lnTo>
                <a:lnTo>
                  <a:pt x="362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15"/>
          <p:cNvSpPr/>
          <p:nvPr/>
        </p:nvSpPr>
        <p:spPr>
          <a:xfrm>
            <a:off x="8015986" y="2566880"/>
            <a:ext cx="197526" cy="279924"/>
          </a:xfrm>
          <a:custGeom>
            <a:avLst/>
            <a:gdLst/>
            <a:ahLst/>
            <a:cxnLst/>
            <a:rect l="l" t="t" r="r" b="b"/>
            <a:pathLst>
              <a:path w="3627" h="5140" extrusionOk="0">
                <a:moveTo>
                  <a:pt x="1" y="0"/>
                </a:moveTo>
                <a:lnTo>
                  <a:pt x="1" y="5140"/>
                </a:lnTo>
                <a:lnTo>
                  <a:pt x="3626" y="5140"/>
                </a:lnTo>
                <a:lnTo>
                  <a:pt x="362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15"/>
          <p:cNvSpPr/>
          <p:nvPr/>
        </p:nvSpPr>
        <p:spPr>
          <a:xfrm>
            <a:off x="7778327" y="2566880"/>
            <a:ext cx="197472" cy="279924"/>
          </a:xfrm>
          <a:custGeom>
            <a:avLst/>
            <a:gdLst/>
            <a:ahLst/>
            <a:cxnLst/>
            <a:rect l="l" t="t" r="r" b="b"/>
            <a:pathLst>
              <a:path w="3626" h="5140" extrusionOk="0">
                <a:moveTo>
                  <a:pt x="0" y="0"/>
                </a:moveTo>
                <a:lnTo>
                  <a:pt x="0" y="5140"/>
                </a:lnTo>
                <a:lnTo>
                  <a:pt x="3625" y="5140"/>
                </a:lnTo>
                <a:lnTo>
                  <a:pt x="362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p15"/>
          <p:cNvSpPr/>
          <p:nvPr/>
        </p:nvSpPr>
        <p:spPr>
          <a:xfrm>
            <a:off x="7540613" y="2566880"/>
            <a:ext cx="197472" cy="279924"/>
          </a:xfrm>
          <a:custGeom>
            <a:avLst/>
            <a:gdLst/>
            <a:ahLst/>
            <a:cxnLst/>
            <a:rect l="l" t="t" r="r" b="b"/>
            <a:pathLst>
              <a:path w="3626" h="5140" extrusionOk="0">
                <a:moveTo>
                  <a:pt x="0" y="0"/>
                </a:moveTo>
                <a:lnTo>
                  <a:pt x="0" y="5140"/>
                </a:lnTo>
                <a:lnTo>
                  <a:pt x="3626" y="5140"/>
                </a:lnTo>
                <a:lnTo>
                  <a:pt x="362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p15"/>
          <p:cNvSpPr/>
          <p:nvPr/>
        </p:nvSpPr>
        <p:spPr>
          <a:xfrm>
            <a:off x="7400435" y="1356529"/>
            <a:ext cx="127110" cy="363085"/>
          </a:xfrm>
          <a:custGeom>
            <a:avLst/>
            <a:gdLst/>
            <a:ahLst/>
            <a:cxnLst/>
            <a:rect l="l" t="t" r="r" b="b"/>
            <a:pathLst>
              <a:path w="2334" h="6667" extrusionOk="0">
                <a:moveTo>
                  <a:pt x="0" y="1"/>
                </a:moveTo>
                <a:lnTo>
                  <a:pt x="0" y="6666"/>
                </a:lnTo>
                <a:lnTo>
                  <a:pt x="2334" y="6666"/>
                </a:lnTo>
                <a:lnTo>
                  <a:pt x="233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1" name="Google Shape;481;p15"/>
          <p:cNvSpPr/>
          <p:nvPr/>
        </p:nvSpPr>
        <p:spPr>
          <a:xfrm>
            <a:off x="7400435" y="1940492"/>
            <a:ext cx="99553" cy="363030"/>
          </a:xfrm>
          <a:custGeom>
            <a:avLst/>
            <a:gdLst/>
            <a:ahLst/>
            <a:cxnLst/>
            <a:rect l="l" t="t" r="r" b="b"/>
            <a:pathLst>
              <a:path w="1828" h="6666" extrusionOk="0">
                <a:moveTo>
                  <a:pt x="0" y="1"/>
                </a:moveTo>
                <a:lnTo>
                  <a:pt x="0" y="6666"/>
                </a:lnTo>
                <a:lnTo>
                  <a:pt x="1828" y="6666"/>
                </a:lnTo>
                <a:lnTo>
                  <a:pt x="1828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15"/>
          <p:cNvSpPr/>
          <p:nvPr/>
        </p:nvSpPr>
        <p:spPr>
          <a:xfrm>
            <a:off x="7695985" y="2196722"/>
            <a:ext cx="363030" cy="99553"/>
          </a:xfrm>
          <a:custGeom>
            <a:avLst/>
            <a:gdLst/>
            <a:ahLst/>
            <a:cxnLst/>
            <a:rect l="l" t="t" r="r" b="b"/>
            <a:pathLst>
              <a:path w="6666" h="1828" extrusionOk="0">
                <a:moveTo>
                  <a:pt x="1" y="0"/>
                </a:moveTo>
                <a:lnTo>
                  <a:pt x="1" y="1828"/>
                </a:lnTo>
                <a:lnTo>
                  <a:pt x="6666" y="1828"/>
                </a:lnTo>
                <a:lnTo>
                  <a:pt x="666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15"/>
          <p:cNvSpPr/>
          <p:nvPr/>
        </p:nvSpPr>
        <p:spPr>
          <a:xfrm>
            <a:off x="7548945" y="2023433"/>
            <a:ext cx="99553" cy="280088"/>
          </a:xfrm>
          <a:custGeom>
            <a:avLst/>
            <a:gdLst/>
            <a:ahLst/>
            <a:cxnLst/>
            <a:rect l="l" t="t" r="r" b="b"/>
            <a:pathLst>
              <a:path w="1828" h="5143" extrusionOk="0">
                <a:moveTo>
                  <a:pt x="0" y="0"/>
                </a:moveTo>
                <a:lnTo>
                  <a:pt x="0" y="5143"/>
                </a:lnTo>
                <a:lnTo>
                  <a:pt x="1828" y="5143"/>
                </a:lnTo>
                <a:lnTo>
                  <a:pt x="182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15"/>
          <p:cNvSpPr/>
          <p:nvPr/>
        </p:nvSpPr>
        <p:spPr>
          <a:xfrm>
            <a:off x="8336259" y="1967504"/>
            <a:ext cx="170460" cy="336018"/>
          </a:xfrm>
          <a:custGeom>
            <a:avLst/>
            <a:gdLst/>
            <a:ahLst/>
            <a:cxnLst/>
            <a:rect l="l" t="t" r="r" b="b"/>
            <a:pathLst>
              <a:path w="3130" h="6170" extrusionOk="0">
                <a:moveTo>
                  <a:pt x="0" y="0"/>
                </a:moveTo>
                <a:lnTo>
                  <a:pt x="0" y="6170"/>
                </a:lnTo>
                <a:lnTo>
                  <a:pt x="3130" y="6170"/>
                </a:lnTo>
                <a:lnTo>
                  <a:pt x="3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15"/>
          <p:cNvSpPr/>
          <p:nvPr/>
        </p:nvSpPr>
        <p:spPr>
          <a:xfrm>
            <a:off x="8993308" y="1967504"/>
            <a:ext cx="170514" cy="336018"/>
          </a:xfrm>
          <a:custGeom>
            <a:avLst/>
            <a:gdLst/>
            <a:ahLst/>
            <a:cxnLst/>
            <a:rect l="l" t="t" r="r" b="b"/>
            <a:pathLst>
              <a:path w="3131" h="6170" extrusionOk="0">
                <a:moveTo>
                  <a:pt x="1" y="0"/>
                </a:moveTo>
                <a:lnTo>
                  <a:pt x="1" y="6170"/>
                </a:lnTo>
                <a:lnTo>
                  <a:pt x="3130" y="6170"/>
                </a:lnTo>
                <a:lnTo>
                  <a:pt x="3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15"/>
          <p:cNvSpPr/>
          <p:nvPr/>
        </p:nvSpPr>
        <p:spPr>
          <a:xfrm>
            <a:off x="8528609" y="2067654"/>
            <a:ext cx="148785" cy="235866"/>
          </a:xfrm>
          <a:custGeom>
            <a:avLst/>
            <a:gdLst/>
            <a:ahLst/>
            <a:cxnLst/>
            <a:rect l="l" t="t" r="r" b="b"/>
            <a:pathLst>
              <a:path w="2732" h="4331" extrusionOk="0">
                <a:moveTo>
                  <a:pt x="0" y="0"/>
                </a:moveTo>
                <a:lnTo>
                  <a:pt x="0" y="4331"/>
                </a:lnTo>
                <a:lnTo>
                  <a:pt x="2731" y="4331"/>
                </a:lnTo>
                <a:lnTo>
                  <a:pt x="273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15"/>
          <p:cNvSpPr/>
          <p:nvPr/>
        </p:nvSpPr>
        <p:spPr>
          <a:xfrm>
            <a:off x="8703694" y="2185503"/>
            <a:ext cx="255308" cy="118015"/>
          </a:xfrm>
          <a:custGeom>
            <a:avLst/>
            <a:gdLst/>
            <a:ahLst/>
            <a:cxnLst/>
            <a:rect l="l" t="t" r="r" b="b"/>
            <a:pathLst>
              <a:path w="4688" h="2167" extrusionOk="0">
                <a:moveTo>
                  <a:pt x="1" y="1"/>
                </a:moveTo>
                <a:lnTo>
                  <a:pt x="1" y="2167"/>
                </a:lnTo>
                <a:lnTo>
                  <a:pt x="4687" y="2167"/>
                </a:lnTo>
                <a:lnTo>
                  <a:pt x="468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15"/>
          <p:cNvSpPr/>
          <p:nvPr/>
        </p:nvSpPr>
        <p:spPr>
          <a:xfrm>
            <a:off x="7564684" y="1356529"/>
            <a:ext cx="127110" cy="363085"/>
          </a:xfrm>
          <a:custGeom>
            <a:avLst/>
            <a:gdLst/>
            <a:ahLst/>
            <a:cxnLst/>
            <a:rect l="l" t="t" r="r" b="b"/>
            <a:pathLst>
              <a:path w="2334" h="6667" extrusionOk="0">
                <a:moveTo>
                  <a:pt x="0" y="1"/>
                </a:moveTo>
                <a:lnTo>
                  <a:pt x="0" y="6666"/>
                </a:lnTo>
                <a:lnTo>
                  <a:pt x="2334" y="6666"/>
                </a:lnTo>
                <a:lnTo>
                  <a:pt x="233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15"/>
          <p:cNvSpPr/>
          <p:nvPr/>
        </p:nvSpPr>
        <p:spPr>
          <a:xfrm>
            <a:off x="7728932" y="1356529"/>
            <a:ext cx="127110" cy="363085"/>
          </a:xfrm>
          <a:custGeom>
            <a:avLst/>
            <a:gdLst/>
            <a:ahLst/>
            <a:cxnLst/>
            <a:rect l="l" t="t" r="r" b="b"/>
            <a:pathLst>
              <a:path w="2334" h="6667" extrusionOk="0">
                <a:moveTo>
                  <a:pt x="0" y="1"/>
                </a:moveTo>
                <a:lnTo>
                  <a:pt x="0" y="6666"/>
                </a:lnTo>
                <a:lnTo>
                  <a:pt x="2334" y="6666"/>
                </a:lnTo>
                <a:lnTo>
                  <a:pt x="233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15"/>
          <p:cNvSpPr/>
          <p:nvPr/>
        </p:nvSpPr>
        <p:spPr>
          <a:xfrm>
            <a:off x="7893181" y="1356529"/>
            <a:ext cx="127110" cy="363085"/>
          </a:xfrm>
          <a:custGeom>
            <a:avLst/>
            <a:gdLst/>
            <a:ahLst/>
            <a:cxnLst/>
            <a:rect l="l" t="t" r="r" b="b"/>
            <a:pathLst>
              <a:path w="2334" h="6667" extrusionOk="0">
                <a:moveTo>
                  <a:pt x="0" y="1"/>
                </a:moveTo>
                <a:lnTo>
                  <a:pt x="0" y="6666"/>
                </a:lnTo>
                <a:lnTo>
                  <a:pt x="2334" y="6666"/>
                </a:lnTo>
                <a:lnTo>
                  <a:pt x="233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15"/>
          <p:cNvSpPr/>
          <p:nvPr/>
        </p:nvSpPr>
        <p:spPr>
          <a:xfrm>
            <a:off x="8057484" y="1356529"/>
            <a:ext cx="127055" cy="363085"/>
          </a:xfrm>
          <a:custGeom>
            <a:avLst/>
            <a:gdLst/>
            <a:ahLst/>
            <a:cxnLst/>
            <a:rect l="l" t="t" r="r" b="b"/>
            <a:pathLst>
              <a:path w="2333" h="6667" extrusionOk="0">
                <a:moveTo>
                  <a:pt x="1" y="1"/>
                </a:moveTo>
                <a:lnTo>
                  <a:pt x="1" y="6666"/>
                </a:lnTo>
                <a:lnTo>
                  <a:pt x="2333" y="6666"/>
                </a:lnTo>
                <a:lnTo>
                  <a:pt x="233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15"/>
          <p:cNvSpPr/>
          <p:nvPr/>
        </p:nvSpPr>
        <p:spPr>
          <a:xfrm>
            <a:off x="8221786" y="1356529"/>
            <a:ext cx="127110" cy="363085"/>
          </a:xfrm>
          <a:custGeom>
            <a:avLst/>
            <a:gdLst/>
            <a:ahLst/>
            <a:cxnLst/>
            <a:rect l="l" t="t" r="r" b="b"/>
            <a:pathLst>
              <a:path w="2334" h="6667" extrusionOk="0">
                <a:moveTo>
                  <a:pt x="0" y="1"/>
                </a:moveTo>
                <a:lnTo>
                  <a:pt x="0" y="6666"/>
                </a:lnTo>
                <a:lnTo>
                  <a:pt x="2333" y="6666"/>
                </a:lnTo>
                <a:lnTo>
                  <a:pt x="233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15"/>
          <p:cNvSpPr/>
          <p:nvPr/>
        </p:nvSpPr>
        <p:spPr>
          <a:xfrm>
            <a:off x="8386035" y="1356529"/>
            <a:ext cx="127110" cy="363085"/>
          </a:xfrm>
          <a:custGeom>
            <a:avLst/>
            <a:gdLst/>
            <a:ahLst/>
            <a:cxnLst/>
            <a:rect l="l" t="t" r="r" b="b"/>
            <a:pathLst>
              <a:path w="2334" h="6667" extrusionOk="0">
                <a:moveTo>
                  <a:pt x="0" y="1"/>
                </a:moveTo>
                <a:lnTo>
                  <a:pt x="0" y="6666"/>
                </a:lnTo>
                <a:lnTo>
                  <a:pt x="2333" y="6666"/>
                </a:lnTo>
                <a:lnTo>
                  <a:pt x="233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15"/>
          <p:cNvSpPr/>
          <p:nvPr/>
        </p:nvSpPr>
        <p:spPr>
          <a:xfrm>
            <a:off x="8550283" y="1356529"/>
            <a:ext cx="127110" cy="363085"/>
          </a:xfrm>
          <a:custGeom>
            <a:avLst/>
            <a:gdLst/>
            <a:ahLst/>
            <a:cxnLst/>
            <a:rect l="l" t="t" r="r" b="b"/>
            <a:pathLst>
              <a:path w="2334" h="6667" extrusionOk="0">
                <a:moveTo>
                  <a:pt x="0" y="1"/>
                </a:moveTo>
                <a:lnTo>
                  <a:pt x="0" y="6666"/>
                </a:lnTo>
                <a:lnTo>
                  <a:pt x="2333" y="6666"/>
                </a:lnTo>
                <a:lnTo>
                  <a:pt x="233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15"/>
          <p:cNvSpPr/>
          <p:nvPr/>
        </p:nvSpPr>
        <p:spPr>
          <a:xfrm>
            <a:off x="8714586" y="1356529"/>
            <a:ext cx="127055" cy="363085"/>
          </a:xfrm>
          <a:custGeom>
            <a:avLst/>
            <a:gdLst/>
            <a:ahLst/>
            <a:cxnLst/>
            <a:rect l="l" t="t" r="r" b="b"/>
            <a:pathLst>
              <a:path w="2333" h="6667" extrusionOk="0">
                <a:moveTo>
                  <a:pt x="1" y="1"/>
                </a:moveTo>
                <a:lnTo>
                  <a:pt x="1" y="6666"/>
                </a:lnTo>
                <a:lnTo>
                  <a:pt x="2332" y="6666"/>
                </a:lnTo>
                <a:lnTo>
                  <a:pt x="2332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15"/>
          <p:cNvSpPr/>
          <p:nvPr/>
        </p:nvSpPr>
        <p:spPr>
          <a:xfrm>
            <a:off x="8912711" y="1631100"/>
            <a:ext cx="326984" cy="88401"/>
          </a:xfrm>
          <a:custGeom>
            <a:avLst/>
            <a:gdLst/>
            <a:ahLst/>
            <a:cxnLst/>
            <a:rect l="l" t="t" r="r" b="b"/>
            <a:pathLst>
              <a:path w="11589" h="1623" extrusionOk="0">
                <a:moveTo>
                  <a:pt x="1" y="1"/>
                </a:moveTo>
                <a:lnTo>
                  <a:pt x="1" y="1623"/>
                </a:lnTo>
                <a:lnTo>
                  <a:pt x="11589" y="1623"/>
                </a:lnTo>
                <a:lnTo>
                  <a:pt x="1158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15"/>
          <p:cNvSpPr/>
          <p:nvPr/>
        </p:nvSpPr>
        <p:spPr>
          <a:xfrm>
            <a:off x="8984370" y="1559550"/>
            <a:ext cx="255327" cy="71625"/>
          </a:xfrm>
          <a:custGeom>
            <a:avLst/>
            <a:gdLst/>
            <a:ahLst/>
            <a:cxnLst/>
            <a:rect l="l" t="t" r="r" b="b"/>
            <a:pathLst>
              <a:path w="9088" h="1315" extrusionOk="0">
                <a:moveTo>
                  <a:pt x="1" y="0"/>
                </a:moveTo>
                <a:lnTo>
                  <a:pt x="1" y="1315"/>
                </a:lnTo>
                <a:lnTo>
                  <a:pt x="9087" y="1315"/>
                </a:lnTo>
                <a:lnTo>
                  <a:pt x="908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15"/>
          <p:cNvSpPr/>
          <p:nvPr/>
        </p:nvSpPr>
        <p:spPr>
          <a:xfrm>
            <a:off x="7273389" y="1713225"/>
            <a:ext cx="1938922" cy="104781"/>
          </a:xfrm>
          <a:custGeom>
            <a:avLst/>
            <a:gdLst/>
            <a:ahLst/>
            <a:cxnLst/>
            <a:rect l="l" t="t" r="r" b="b"/>
            <a:pathLst>
              <a:path w="44104" h="1924" extrusionOk="0">
                <a:moveTo>
                  <a:pt x="0" y="0"/>
                </a:moveTo>
                <a:lnTo>
                  <a:pt x="0" y="1924"/>
                </a:lnTo>
                <a:lnTo>
                  <a:pt x="44103" y="1924"/>
                </a:lnTo>
                <a:lnTo>
                  <a:pt x="4410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15"/>
          <p:cNvSpPr/>
          <p:nvPr/>
        </p:nvSpPr>
        <p:spPr>
          <a:xfrm>
            <a:off x="7273389" y="2285109"/>
            <a:ext cx="1938922" cy="104835"/>
          </a:xfrm>
          <a:custGeom>
            <a:avLst/>
            <a:gdLst/>
            <a:ahLst/>
            <a:cxnLst/>
            <a:rect l="l" t="t" r="r" b="b"/>
            <a:pathLst>
              <a:path w="44104" h="1925" extrusionOk="0">
                <a:moveTo>
                  <a:pt x="0" y="1"/>
                </a:moveTo>
                <a:lnTo>
                  <a:pt x="0" y="1925"/>
                </a:lnTo>
                <a:lnTo>
                  <a:pt x="44103" y="1925"/>
                </a:lnTo>
                <a:lnTo>
                  <a:pt x="4410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15"/>
          <p:cNvSpPr/>
          <p:nvPr/>
        </p:nvSpPr>
        <p:spPr>
          <a:xfrm>
            <a:off x="7273389" y="2856939"/>
            <a:ext cx="1938922" cy="104835"/>
          </a:xfrm>
          <a:custGeom>
            <a:avLst/>
            <a:gdLst/>
            <a:ahLst/>
            <a:cxnLst/>
            <a:rect l="l" t="t" r="r" b="b"/>
            <a:pathLst>
              <a:path w="44104" h="1925" extrusionOk="0">
                <a:moveTo>
                  <a:pt x="0" y="1"/>
                </a:moveTo>
                <a:lnTo>
                  <a:pt x="0" y="1925"/>
                </a:lnTo>
                <a:lnTo>
                  <a:pt x="44103" y="1925"/>
                </a:lnTo>
                <a:lnTo>
                  <a:pt x="4410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15"/>
          <p:cNvSpPr/>
          <p:nvPr/>
        </p:nvSpPr>
        <p:spPr>
          <a:xfrm>
            <a:off x="8575661" y="2763041"/>
            <a:ext cx="603362" cy="175361"/>
          </a:xfrm>
          <a:custGeom>
            <a:avLst/>
            <a:gdLst/>
            <a:ahLst/>
            <a:cxnLst/>
            <a:rect l="l" t="t" r="r" b="b"/>
            <a:pathLst>
              <a:path w="11079" h="3220" extrusionOk="0">
                <a:moveTo>
                  <a:pt x="0" y="1"/>
                </a:moveTo>
                <a:lnTo>
                  <a:pt x="1267" y="3220"/>
                </a:lnTo>
                <a:lnTo>
                  <a:pt x="11078" y="3220"/>
                </a:lnTo>
                <a:lnTo>
                  <a:pt x="981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15"/>
          <p:cNvSpPr/>
          <p:nvPr/>
        </p:nvSpPr>
        <p:spPr>
          <a:xfrm>
            <a:off x="8506771" y="2763041"/>
            <a:ext cx="603253" cy="175361"/>
          </a:xfrm>
          <a:custGeom>
            <a:avLst/>
            <a:gdLst/>
            <a:ahLst/>
            <a:cxnLst/>
            <a:rect l="l" t="t" r="r" b="b"/>
            <a:pathLst>
              <a:path w="11077" h="3220" extrusionOk="0">
                <a:moveTo>
                  <a:pt x="1265" y="1"/>
                </a:moveTo>
                <a:lnTo>
                  <a:pt x="0" y="3220"/>
                </a:lnTo>
                <a:lnTo>
                  <a:pt x="9812" y="3220"/>
                </a:lnTo>
                <a:lnTo>
                  <a:pt x="1107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" name="Google Shape;503;p15"/>
          <p:cNvSpPr/>
          <p:nvPr/>
        </p:nvSpPr>
        <p:spPr>
          <a:xfrm>
            <a:off x="6963783" y="2333251"/>
            <a:ext cx="886554" cy="513558"/>
          </a:xfrm>
          <a:custGeom>
            <a:avLst/>
            <a:gdLst/>
            <a:ahLst/>
            <a:cxnLst/>
            <a:rect l="l" t="t" r="r" b="b"/>
            <a:pathLst>
              <a:path w="16279" h="9430" extrusionOk="0">
                <a:moveTo>
                  <a:pt x="595" y="1"/>
                </a:moveTo>
                <a:cubicBezTo>
                  <a:pt x="256" y="1"/>
                  <a:pt x="0" y="310"/>
                  <a:pt x="62" y="642"/>
                </a:cubicBezTo>
                <a:lnTo>
                  <a:pt x="1604" y="8985"/>
                </a:lnTo>
                <a:cubicBezTo>
                  <a:pt x="1650" y="9243"/>
                  <a:pt x="1876" y="9430"/>
                  <a:pt x="2138" y="9430"/>
                </a:cubicBezTo>
                <a:lnTo>
                  <a:pt x="15684" y="9430"/>
                </a:lnTo>
                <a:cubicBezTo>
                  <a:pt x="16024" y="9430"/>
                  <a:pt x="16279" y="9121"/>
                  <a:pt x="16218" y="8788"/>
                </a:cubicBezTo>
                <a:lnTo>
                  <a:pt x="14677" y="446"/>
                </a:lnTo>
                <a:cubicBezTo>
                  <a:pt x="14628" y="188"/>
                  <a:pt x="14405" y="1"/>
                  <a:pt x="14143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" name="Google Shape;504;p15"/>
          <p:cNvSpPr/>
          <p:nvPr/>
        </p:nvSpPr>
        <p:spPr>
          <a:xfrm>
            <a:off x="6925825" y="2333251"/>
            <a:ext cx="886663" cy="513558"/>
          </a:xfrm>
          <a:custGeom>
            <a:avLst/>
            <a:gdLst/>
            <a:ahLst/>
            <a:cxnLst/>
            <a:rect l="l" t="t" r="r" b="b"/>
            <a:pathLst>
              <a:path w="16281" h="9430" extrusionOk="0">
                <a:moveTo>
                  <a:pt x="596" y="1"/>
                </a:moveTo>
                <a:cubicBezTo>
                  <a:pt x="257" y="1"/>
                  <a:pt x="0" y="310"/>
                  <a:pt x="62" y="642"/>
                </a:cubicBezTo>
                <a:lnTo>
                  <a:pt x="1604" y="8985"/>
                </a:lnTo>
                <a:cubicBezTo>
                  <a:pt x="1652" y="9243"/>
                  <a:pt x="1876" y="9430"/>
                  <a:pt x="2138" y="9430"/>
                </a:cubicBezTo>
                <a:lnTo>
                  <a:pt x="15685" y="9430"/>
                </a:lnTo>
                <a:cubicBezTo>
                  <a:pt x="16024" y="9430"/>
                  <a:pt x="16280" y="9121"/>
                  <a:pt x="16218" y="8788"/>
                </a:cubicBezTo>
                <a:lnTo>
                  <a:pt x="14677" y="446"/>
                </a:lnTo>
                <a:cubicBezTo>
                  <a:pt x="14628" y="188"/>
                  <a:pt x="14405" y="1"/>
                  <a:pt x="14143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15"/>
          <p:cNvSpPr/>
          <p:nvPr/>
        </p:nvSpPr>
        <p:spPr>
          <a:xfrm>
            <a:off x="7318801" y="2665940"/>
            <a:ext cx="210542" cy="329537"/>
          </a:xfrm>
          <a:custGeom>
            <a:avLst/>
            <a:gdLst/>
            <a:ahLst/>
            <a:cxnLst/>
            <a:rect l="l" t="t" r="r" b="b"/>
            <a:pathLst>
              <a:path w="3866" h="6051" extrusionOk="0">
                <a:moveTo>
                  <a:pt x="596" y="0"/>
                </a:moveTo>
                <a:cubicBezTo>
                  <a:pt x="256" y="0"/>
                  <a:pt x="1" y="309"/>
                  <a:pt x="61" y="642"/>
                </a:cubicBezTo>
                <a:lnTo>
                  <a:pt x="1062" y="6051"/>
                </a:lnTo>
                <a:lnTo>
                  <a:pt x="3865" y="6051"/>
                </a:lnTo>
                <a:lnTo>
                  <a:pt x="2830" y="444"/>
                </a:lnTo>
                <a:cubicBezTo>
                  <a:pt x="2781" y="187"/>
                  <a:pt x="2558" y="0"/>
                  <a:pt x="229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15"/>
          <p:cNvSpPr/>
          <p:nvPr/>
        </p:nvSpPr>
        <p:spPr>
          <a:xfrm>
            <a:off x="7299850" y="2665940"/>
            <a:ext cx="210488" cy="329537"/>
          </a:xfrm>
          <a:custGeom>
            <a:avLst/>
            <a:gdLst/>
            <a:ahLst/>
            <a:cxnLst/>
            <a:rect l="l" t="t" r="r" b="b"/>
            <a:pathLst>
              <a:path w="3865" h="6051" extrusionOk="0">
                <a:moveTo>
                  <a:pt x="595" y="0"/>
                </a:moveTo>
                <a:cubicBezTo>
                  <a:pt x="255" y="0"/>
                  <a:pt x="0" y="308"/>
                  <a:pt x="61" y="642"/>
                </a:cubicBezTo>
                <a:lnTo>
                  <a:pt x="1061" y="6051"/>
                </a:lnTo>
                <a:lnTo>
                  <a:pt x="3865" y="6051"/>
                </a:lnTo>
                <a:lnTo>
                  <a:pt x="2829" y="444"/>
                </a:lnTo>
                <a:cubicBezTo>
                  <a:pt x="2781" y="187"/>
                  <a:pt x="2557" y="0"/>
                  <a:pt x="229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p15"/>
          <p:cNvSpPr/>
          <p:nvPr/>
        </p:nvSpPr>
        <p:spPr>
          <a:xfrm>
            <a:off x="6382199" y="2938300"/>
            <a:ext cx="2822129" cy="1513334"/>
          </a:xfrm>
          <a:custGeom>
            <a:avLst/>
            <a:gdLst/>
            <a:ahLst/>
            <a:cxnLst/>
            <a:rect l="l" t="t" r="r" b="b"/>
            <a:pathLst>
              <a:path w="60704" h="27788" extrusionOk="0">
                <a:moveTo>
                  <a:pt x="1" y="0"/>
                </a:moveTo>
                <a:lnTo>
                  <a:pt x="1" y="27788"/>
                </a:lnTo>
                <a:lnTo>
                  <a:pt x="60703" y="27788"/>
                </a:lnTo>
                <a:lnTo>
                  <a:pt x="6070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p15"/>
          <p:cNvSpPr/>
          <p:nvPr/>
        </p:nvSpPr>
        <p:spPr>
          <a:xfrm>
            <a:off x="6323391" y="2938300"/>
            <a:ext cx="2880985" cy="199868"/>
          </a:xfrm>
          <a:custGeom>
            <a:avLst/>
            <a:gdLst/>
            <a:ahLst/>
            <a:cxnLst/>
            <a:rect l="l" t="t" r="r" b="b"/>
            <a:pathLst>
              <a:path w="61970" h="3670" extrusionOk="0">
                <a:moveTo>
                  <a:pt x="1" y="0"/>
                </a:moveTo>
                <a:lnTo>
                  <a:pt x="1" y="3669"/>
                </a:lnTo>
                <a:lnTo>
                  <a:pt x="61969" y="3669"/>
                </a:lnTo>
                <a:lnTo>
                  <a:pt x="61969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15"/>
          <p:cNvSpPr txBox="1">
            <a:spLocks noGrp="1"/>
          </p:cNvSpPr>
          <p:nvPr>
            <p:ph type="title" idx="2" hasCustomPrompt="1"/>
          </p:nvPr>
        </p:nvSpPr>
        <p:spPr>
          <a:xfrm>
            <a:off x="2509950" y="1423488"/>
            <a:ext cx="1188600" cy="8229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2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10" name="Google Shape;510;p15"/>
          <p:cNvSpPr txBox="1">
            <a:spLocks noGrp="1"/>
          </p:cNvSpPr>
          <p:nvPr>
            <p:ph type="subTitle" idx="1"/>
          </p:nvPr>
        </p:nvSpPr>
        <p:spPr>
          <a:xfrm>
            <a:off x="2376450" y="3345025"/>
            <a:ext cx="43911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511" name="Google Shape;511;p15"/>
          <p:cNvGrpSpPr/>
          <p:nvPr/>
        </p:nvGrpSpPr>
        <p:grpSpPr>
          <a:xfrm flipH="1">
            <a:off x="1407870" y="424288"/>
            <a:ext cx="765914" cy="765914"/>
            <a:chOff x="7841675" y="577013"/>
            <a:chExt cx="765914" cy="765914"/>
          </a:xfrm>
        </p:grpSpPr>
        <p:sp>
          <p:nvSpPr>
            <p:cNvPr id="512" name="Google Shape;512;p15"/>
            <p:cNvSpPr/>
            <p:nvPr/>
          </p:nvSpPr>
          <p:spPr>
            <a:xfrm>
              <a:off x="7841675" y="577013"/>
              <a:ext cx="765914" cy="765914"/>
            </a:xfrm>
            <a:custGeom>
              <a:avLst/>
              <a:gdLst/>
              <a:ahLst/>
              <a:cxnLst/>
              <a:rect l="l" t="t" r="r" b="b"/>
              <a:pathLst>
                <a:path w="13649" h="13649" extrusionOk="0">
                  <a:moveTo>
                    <a:pt x="6825" y="0"/>
                  </a:moveTo>
                  <a:cubicBezTo>
                    <a:pt x="5016" y="0"/>
                    <a:pt x="3280" y="720"/>
                    <a:pt x="2000" y="1999"/>
                  </a:cubicBezTo>
                  <a:cubicBezTo>
                    <a:pt x="721" y="3279"/>
                    <a:pt x="1" y="5014"/>
                    <a:pt x="1" y="6824"/>
                  </a:cubicBezTo>
                  <a:cubicBezTo>
                    <a:pt x="1" y="8634"/>
                    <a:pt x="721" y="10370"/>
                    <a:pt x="2000" y="11650"/>
                  </a:cubicBezTo>
                  <a:cubicBezTo>
                    <a:pt x="3280" y="12929"/>
                    <a:pt x="5016" y="13648"/>
                    <a:pt x="6825" y="13648"/>
                  </a:cubicBezTo>
                  <a:cubicBezTo>
                    <a:pt x="8635" y="13648"/>
                    <a:pt x="10371" y="12929"/>
                    <a:pt x="11650" y="11650"/>
                  </a:cubicBezTo>
                  <a:cubicBezTo>
                    <a:pt x="12931" y="10370"/>
                    <a:pt x="13649" y="8634"/>
                    <a:pt x="13649" y="6824"/>
                  </a:cubicBezTo>
                  <a:cubicBezTo>
                    <a:pt x="13649" y="5014"/>
                    <a:pt x="12931" y="3279"/>
                    <a:pt x="11650" y="1999"/>
                  </a:cubicBezTo>
                  <a:cubicBezTo>
                    <a:pt x="10371" y="720"/>
                    <a:pt x="8635" y="0"/>
                    <a:pt x="68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15"/>
            <p:cNvSpPr/>
            <p:nvPr/>
          </p:nvSpPr>
          <p:spPr>
            <a:xfrm>
              <a:off x="7904801" y="640027"/>
              <a:ext cx="639767" cy="639879"/>
            </a:xfrm>
            <a:custGeom>
              <a:avLst/>
              <a:gdLst/>
              <a:ahLst/>
              <a:cxnLst/>
              <a:rect l="l" t="t" r="r" b="b"/>
              <a:pathLst>
                <a:path w="11401" h="11403" extrusionOk="0">
                  <a:moveTo>
                    <a:pt x="5700" y="1"/>
                  </a:moveTo>
                  <a:cubicBezTo>
                    <a:pt x="2552" y="1"/>
                    <a:pt x="1" y="2554"/>
                    <a:pt x="1" y="5701"/>
                  </a:cubicBezTo>
                  <a:cubicBezTo>
                    <a:pt x="1" y="8849"/>
                    <a:pt x="2552" y="11402"/>
                    <a:pt x="5700" y="11402"/>
                  </a:cubicBezTo>
                  <a:cubicBezTo>
                    <a:pt x="8848" y="11402"/>
                    <a:pt x="11401" y="8849"/>
                    <a:pt x="11401" y="5701"/>
                  </a:cubicBezTo>
                  <a:cubicBezTo>
                    <a:pt x="11401" y="2554"/>
                    <a:pt x="8848" y="1"/>
                    <a:pt x="570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15"/>
            <p:cNvSpPr/>
            <p:nvPr/>
          </p:nvSpPr>
          <p:spPr>
            <a:xfrm>
              <a:off x="8210614" y="728516"/>
              <a:ext cx="220981" cy="261440"/>
            </a:xfrm>
            <a:custGeom>
              <a:avLst/>
              <a:gdLst/>
              <a:ahLst/>
              <a:cxnLst/>
              <a:rect l="l" t="t" r="r" b="b"/>
              <a:pathLst>
                <a:path w="3938" h="4659" extrusionOk="0">
                  <a:moveTo>
                    <a:pt x="267" y="0"/>
                  </a:moveTo>
                  <a:cubicBezTo>
                    <a:pt x="134" y="0"/>
                    <a:pt x="2" y="85"/>
                    <a:pt x="2" y="256"/>
                  </a:cubicBezTo>
                  <a:lnTo>
                    <a:pt x="2" y="4395"/>
                  </a:lnTo>
                  <a:cubicBezTo>
                    <a:pt x="1" y="4462"/>
                    <a:pt x="26" y="4525"/>
                    <a:pt x="73" y="4574"/>
                  </a:cubicBezTo>
                  <a:cubicBezTo>
                    <a:pt x="76" y="4576"/>
                    <a:pt x="80" y="4579"/>
                    <a:pt x="83" y="4582"/>
                  </a:cubicBezTo>
                  <a:cubicBezTo>
                    <a:pt x="86" y="4586"/>
                    <a:pt x="86" y="4586"/>
                    <a:pt x="87" y="4588"/>
                  </a:cubicBezTo>
                  <a:cubicBezTo>
                    <a:pt x="133" y="4632"/>
                    <a:pt x="194" y="4659"/>
                    <a:pt x="257" y="4659"/>
                  </a:cubicBezTo>
                  <a:cubicBezTo>
                    <a:pt x="261" y="4659"/>
                    <a:pt x="264" y="4659"/>
                    <a:pt x="267" y="4659"/>
                  </a:cubicBezTo>
                  <a:lnTo>
                    <a:pt x="3596" y="4659"/>
                  </a:lnTo>
                  <a:cubicBezTo>
                    <a:pt x="3937" y="4659"/>
                    <a:pt x="3937" y="4130"/>
                    <a:pt x="3597" y="4130"/>
                  </a:cubicBezTo>
                  <a:lnTo>
                    <a:pt x="532" y="4130"/>
                  </a:lnTo>
                  <a:lnTo>
                    <a:pt x="532" y="256"/>
                  </a:lnTo>
                  <a:cubicBezTo>
                    <a:pt x="532" y="85"/>
                    <a:pt x="399" y="0"/>
                    <a:pt x="2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5" name="Google Shape;515;p15"/>
          <p:cNvGrpSpPr/>
          <p:nvPr/>
        </p:nvGrpSpPr>
        <p:grpSpPr>
          <a:xfrm>
            <a:off x="111475" y="3221032"/>
            <a:ext cx="529601" cy="1305492"/>
            <a:chOff x="-156827" y="2070695"/>
            <a:chExt cx="423748" cy="1044561"/>
          </a:xfrm>
        </p:grpSpPr>
        <p:sp>
          <p:nvSpPr>
            <p:cNvPr id="516" name="Google Shape;516;p15"/>
            <p:cNvSpPr/>
            <p:nvPr/>
          </p:nvSpPr>
          <p:spPr>
            <a:xfrm>
              <a:off x="-156827" y="2070695"/>
              <a:ext cx="423748" cy="430542"/>
            </a:xfrm>
            <a:custGeom>
              <a:avLst/>
              <a:gdLst/>
              <a:ahLst/>
              <a:cxnLst/>
              <a:rect l="l" t="t" r="r" b="b"/>
              <a:pathLst>
                <a:path w="10541" h="10710" extrusionOk="0">
                  <a:moveTo>
                    <a:pt x="3783" y="1"/>
                  </a:moveTo>
                  <a:cubicBezTo>
                    <a:pt x="3499" y="1"/>
                    <a:pt x="2763" y="236"/>
                    <a:pt x="2846" y="3430"/>
                  </a:cubicBezTo>
                  <a:cubicBezTo>
                    <a:pt x="2929" y="6666"/>
                    <a:pt x="3347" y="8227"/>
                    <a:pt x="4017" y="9956"/>
                  </a:cubicBezTo>
                  <a:cubicBezTo>
                    <a:pt x="4017" y="9956"/>
                    <a:pt x="3486" y="9426"/>
                    <a:pt x="2595" y="7920"/>
                  </a:cubicBezTo>
                  <a:cubicBezTo>
                    <a:pt x="1719" y="6442"/>
                    <a:pt x="1213" y="5664"/>
                    <a:pt x="639" y="5664"/>
                  </a:cubicBezTo>
                  <a:cubicBezTo>
                    <a:pt x="629" y="5664"/>
                    <a:pt x="618" y="5664"/>
                    <a:pt x="607" y="5664"/>
                  </a:cubicBezTo>
                  <a:cubicBezTo>
                    <a:pt x="22" y="5693"/>
                    <a:pt x="1" y="6665"/>
                    <a:pt x="781" y="7920"/>
                  </a:cubicBezTo>
                  <a:cubicBezTo>
                    <a:pt x="1563" y="9175"/>
                    <a:pt x="2344" y="10067"/>
                    <a:pt x="3989" y="10485"/>
                  </a:cubicBezTo>
                  <a:cubicBezTo>
                    <a:pt x="3989" y="10485"/>
                    <a:pt x="3915" y="10710"/>
                    <a:pt x="4771" y="10710"/>
                  </a:cubicBezTo>
                  <a:cubicBezTo>
                    <a:pt x="5085" y="10710"/>
                    <a:pt x="5523" y="10680"/>
                    <a:pt x="6136" y="10597"/>
                  </a:cubicBezTo>
                  <a:cubicBezTo>
                    <a:pt x="10235" y="8506"/>
                    <a:pt x="10541" y="5912"/>
                    <a:pt x="9984" y="5662"/>
                  </a:cubicBezTo>
                  <a:cubicBezTo>
                    <a:pt x="9963" y="5652"/>
                    <a:pt x="9940" y="5648"/>
                    <a:pt x="9916" y="5648"/>
                  </a:cubicBezTo>
                  <a:cubicBezTo>
                    <a:pt x="9277" y="5648"/>
                    <a:pt x="7348" y="8664"/>
                    <a:pt x="5523" y="9845"/>
                  </a:cubicBezTo>
                  <a:cubicBezTo>
                    <a:pt x="7251" y="7223"/>
                    <a:pt x="9399" y="2874"/>
                    <a:pt x="8757" y="2205"/>
                  </a:cubicBezTo>
                  <a:cubicBezTo>
                    <a:pt x="8652" y="2095"/>
                    <a:pt x="8497" y="2032"/>
                    <a:pt x="8311" y="2032"/>
                  </a:cubicBezTo>
                  <a:cubicBezTo>
                    <a:pt x="7782" y="2032"/>
                    <a:pt x="6997" y="2539"/>
                    <a:pt x="6357" y="3921"/>
                  </a:cubicBezTo>
                  <a:cubicBezTo>
                    <a:pt x="5493" y="5789"/>
                    <a:pt x="5607" y="8339"/>
                    <a:pt x="4880" y="9705"/>
                  </a:cubicBezTo>
                  <a:cubicBezTo>
                    <a:pt x="4880" y="9705"/>
                    <a:pt x="5026" y="6730"/>
                    <a:pt x="4969" y="4890"/>
                  </a:cubicBezTo>
                  <a:cubicBezTo>
                    <a:pt x="4912" y="3049"/>
                    <a:pt x="4289" y="11"/>
                    <a:pt x="3793" y="1"/>
                  </a:cubicBezTo>
                  <a:cubicBezTo>
                    <a:pt x="3790" y="1"/>
                    <a:pt x="3786" y="1"/>
                    <a:pt x="37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15"/>
            <p:cNvSpPr/>
            <p:nvPr/>
          </p:nvSpPr>
          <p:spPr>
            <a:xfrm>
              <a:off x="-150600" y="2475372"/>
              <a:ext cx="376135" cy="639883"/>
            </a:xfrm>
            <a:custGeom>
              <a:avLst/>
              <a:gdLst/>
              <a:ahLst/>
              <a:cxnLst/>
              <a:rect l="l" t="t" r="r" b="b"/>
              <a:pathLst>
                <a:path w="9356" h="8211" extrusionOk="0">
                  <a:moveTo>
                    <a:pt x="935" y="0"/>
                  </a:moveTo>
                  <a:cubicBezTo>
                    <a:pt x="558" y="0"/>
                    <a:pt x="126" y="251"/>
                    <a:pt x="126" y="614"/>
                  </a:cubicBezTo>
                  <a:cubicBezTo>
                    <a:pt x="0" y="2539"/>
                    <a:pt x="393" y="7674"/>
                    <a:pt x="3166" y="8080"/>
                  </a:cubicBezTo>
                  <a:cubicBezTo>
                    <a:pt x="3699" y="8155"/>
                    <a:pt x="4296" y="8211"/>
                    <a:pt x="4921" y="8211"/>
                  </a:cubicBezTo>
                  <a:cubicBezTo>
                    <a:pt x="5548" y="8211"/>
                    <a:pt x="6203" y="8154"/>
                    <a:pt x="6850" y="8003"/>
                  </a:cubicBezTo>
                  <a:cubicBezTo>
                    <a:pt x="8398" y="7334"/>
                    <a:pt x="9356" y="5466"/>
                    <a:pt x="9272" y="697"/>
                  </a:cubicBezTo>
                  <a:cubicBezTo>
                    <a:pt x="9272" y="363"/>
                    <a:pt x="9175" y="0"/>
                    <a:pt x="863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8" name="Google Shape;518;p15"/>
          <p:cNvGrpSpPr/>
          <p:nvPr/>
        </p:nvGrpSpPr>
        <p:grpSpPr>
          <a:xfrm>
            <a:off x="718167" y="3591225"/>
            <a:ext cx="529601" cy="935288"/>
            <a:chOff x="-156827" y="2070695"/>
            <a:chExt cx="423748" cy="748350"/>
          </a:xfrm>
        </p:grpSpPr>
        <p:sp>
          <p:nvSpPr>
            <p:cNvPr id="519" name="Google Shape;519;p15"/>
            <p:cNvSpPr/>
            <p:nvPr/>
          </p:nvSpPr>
          <p:spPr>
            <a:xfrm>
              <a:off x="-156827" y="2070695"/>
              <a:ext cx="423748" cy="430542"/>
            </a:xfrm>
            <a:custGeom>
              <a:avLst/>
              <a:gdLst/>
              <a:ahLst/>
              <a:cxnLst/>
              <a:rect l="l" t="t" r="r" b="b"/>
              <a:pathLst>
                <a:path w="10541" h="10710" extrusionOk="0">
                  <a:moveTo>
                    <a:pt x="3783" y="1"/>
                  </a:moveTo>
                  <a:cubicBezTo>
                    <a:pt x="3499" y="1"/>
                    <a:pt x="2763" y="236"/>
                    <a:pt x="2846" y="3430"/>
                  </a:cubicBezTo>
                  <a:cubicBezTo>
                    <a:pt x="2929" y="6666"/>
                    <a:pt x="3347" y="8227"/>
                    <a:pt x="4017" y="9956"/>
                  </a:cubicBezTo>
                  <a:cubicBezTo>
                    <a:pt x="4017" y="9956"/>
                    <a:pt x="3486" y="9426"/>
                    <a:pt x="2595" y="7920"/>
                  </a:cubicBezTo>
                  <a:cubicBezTo>
                    <a:pt x="1719" y="6442"/>
                    <a:pt x="1213" y="5664"/>
                    <a:pt x="639" y="5664"/>
                  </a:cubicBezTo>
                  <a:cubicBezTo>
                    <a:pt x="629" y="5664"/>
                    <a:pt x="618" y="5664"/>
                    <a:pt x="607" y="5664"/>
                  </a:cubicBezTo>
                  <a:cubicBezTo>
                    <a:pt x="22" y="5693"/>
                    <a:pt x="1" y="6665"/>
                    <a:pt x="781" y="7920"/>
                  </a:cubicBezTo>
                  <a:cubicBezTo>
                    <a:pt x="1563" y="9175"/>
                    <a:pt x="2344" y="10067"/>
                    <a:pt x="3989" y="10485"/>
                  </a:cubicBezTo>
                  <a:cubicBezTo>
                    <a:pt x="3989" y="10485"/>
                    <a:pt x="3915" y="10710"/>
                    <a:pt x="4771" y="10710"/>
                  </a:cubicBezTo>
                  <a:cubicBezTo>
                    <a:pt x="5085" y="10710"/>
                    <a:pt x="5523" y="10680"/>
                    <a:pt x="6136" y="10597"/>
                  </a:cubicBezTo>
                  <a:cubicBezTo>
                    <a:pt x="10235" y="8506"/>
                    <a:pt x="10541" y="5912"/>
                    <a:pt x="9984" y="5662"/>
                  </a:cubicBezTo>
                  <a:cubicBezTo>
                    <a:pt x="9963" y="5652"/>
                    <a:pt x="9940" y="5648"/>
                    <a:pt x="9916" y="5648"/>
                  </a:cubicBezTo>
                  <a:cubicBezTo>
                    <a:pt x="9277" y="5648"/>
                    <a:pt x="7348" y="8664"/>
                    <a:pt x="5523" y="9845"/>
                  </a:cubicBezTo>
                  <a:cubicBezTo>
                    <a:pt x="7251" y="7223"/>
                    <a:pt x="9399" y="2874"/>
                    <a:pt x="8757" y="2205"/>
                  </a:cubicBezTo>
                  <a:cubicBezTo>
                    <a:pt x="8652" y="2095"/>
                    <a:pt x="8497" y="2032"/>
                    <a:pt x="8311" y="2032"/>
                  </a:cubicBezTo>
                  <a:cubicBezTo>
                    <a:pt x="7782" y="2032"/>
                    <a:pt x="6997" y="2539"/>
                    <a:pt x="6357" y="3921"/>
                  </a:cubicBezTo>
                  <a:cubicBezTo>
                    <a:pt x="5493" y="5789"/>
                    <a:pt x="5607" y="8339"/>
                    <a:pt x="4880" y="9705"/>
                  </a:cubicBezTo>
                  <a:cubicBezTo>
                    <a:pt x="4880" y="9705"/>
                    <a:pt x="5026" y="6730"/>
                    <a:pt x="4969" y="4890"/>
                  </a:cubicBezTo>
                  <a:cubicBezTo>
                    <a:pt x="4912" y="3049"/>
                    <a:pt x="4289" y="11"/>
                    <a:pt x="3793" y="1"/>
                  </a:cubicBezTo>
                  <a:cubicBezTo>
                    <a:pt x="3790" y="1"/>
                    <a:pt x="3786" y="1"/>
                    <a:pt x="37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15"/>
            <p:cNvSpPr/>
            <p:nvPr/>
          </p:nvSpPr>
          <p:spPr>
            <a:xfrm>
              <a:off x="-150600" y="2475374"/>
              <a:ext cx="376135" cy="343671"/>
            </a:xfrm>
            <a:custGeom>
              <a:avLst/>
              <a:gdLst/>
              <a:ahLst/>
              <a:cxnLst/>
              <a:rect l="l" t="t" r="r" b="b"/>
              <a:pathLst>
                <a:path w="9356" h="8211" extrusionOk="0">
                  <a:moveTo>
                    <a:pt x="935" y="0"/>
                  </a:moveTo>
                  <a:cubicBezTo>
                    <a:pt x="558" y="0"/>
                    <a:pt x="126" y="251"/>
                    <a:pt x="126" y="614"/>
                  </a:cubicBezTo>
                  <a:cubicBezTo>
                    <a:pt x="0" y="2539"/>
                    <a:pt x="393" y="7674"/>
                    <a:pt x="3166" y="8080"/>
                  </a:cubicBezTo>
                  <a:cubicBezTo>
                    <a:pt x="3699" y="8155"/>
                    <a:pt x="4296" y="8211"/>
                    <a:pt x="4921" y="8211"/>
                  </a:cubicBezTo>
                  <a:cubicBezTo>
                    <a:pt x="5548" y="8211"/>
                    <a:pt x="6203" y="8154"/>
                    <a:pt x="6850" y="8003"/>
                  </a:cubicBezTo>
                  <a:cubicBezTo>
                    <a:pt x="8398" y="7334"/>
                    <a:pt x="9356" y="5466"/>
                    <a:pt x="9272" y="697"/>
                  </a:cubicBezTo>
                  <a:cubicBezTo>
                    <a:pt x="9272" y="363"/>
                    <a:pt x="9175" y="0"/>
                    <a:pt x="863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1" name="Google Shape;521;p15"/>
          <p:cNvSpPr/>
          <p:nvPr/>
        </p:nvSpPr>
        <p:spPr>
          <a:xfrm flipH="1">
            <a:off x="-45741" y="1937350"/>
            <a:ext cx="714600" cy="190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15"/>
          <p:cNvSpPr/>
          <p:nvPr/>
        </p:nvSpPr>
        <p:spPr>
          <a:xfrm rot="-5400000" flipH="1">
            <a:off x="-305691" y="1484800"/>
            <a:ext cx="714600" cy="19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15"/>
          <p:cNvSpPr/>
          <p:nvPr/>
        </p:nvSpPr>
        <p:spPr>
          <a:xfrm rot="-5400000" flipH="1">
            <a:off x="-67566" y="1484800"/>
            <a:ext cx="714600" cy="19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15"/>
          <p:cNvSpPr/>
          <p:nvPr/>
        </p:nvSpPr>
        <p:spPr>
          <a:xfrm rot="-5400000" flipH="1">
            <a:off x="183159" y="1572400"/>
            <a:ext cx="614400" cy="115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0"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6" name="Google Shape;526;p16"/>
          <p:cNvGrpSpPr/>
          <p:nvPr/>
        </p:nvGrpSpPr>
        <p:grpSpPr>
          <a:xfrm>
            <a:off x="6677569" y="1"/>
            <a:ext cx="1897054" cy="504998"/>
            <a:chOff x="568096" y="152401"/>
            <a:chExt cx="1897054" cy="504998"/>
          </a:xfrm>
        </p:grpSpPr>
        <p:sp>
          <p:nvSpPr>
            <p:cNvPr id="527" name="Google Shape;527;p16"/>
            <p:cNvSpPr/>
            <p:nvPr/>
          </p:nvSpPr>
          <p:spPr>
            <a:xfrm flipH="1">
              <a:off x="568096" y="377476"/>
              <a:ext cx="1897054" cy="279924"/>
            </a:xfrm>
            <a:custGeom>
              <a:avLst/>
              <a:gdLst/>
              <a:ahLst/>
              <a:cxnLst/>
              <a:rect l="l" t="t" r="r" b="b"/>
              <a:pathLst>
                <a:path w="39360" h="4442" extrusionOk="0">
                  <a:moveTo>
                    <a:pt x="4442" y="0"/>
                  </a:moveTo>
                  <a:cubicBezTo>
                    <a:pt x="1989" y="0"/>
                    <a:pt x="1" y="1989"/>
                    <a:pt x="1" y="4441"/>
                  </a:cubicBezTo>
                  <a:lnTo>
                    <a:pt x="39360" y="4441"/>
                  </a:lnTo>
                  <a:cubicBezTo>
                    <a:pt x="39360" y="1989"/>
                    <a:pt x="37372" y="0"/>
                    <a:pt x="349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16"/>
            <p:cNvSpPr/>
            <p:nvPr/>
          </p:nvSpPr>
          <p:spPr>
            <a:xfrm flipH="1">
              <a:off x="2040387" y="152401"/>
              <a:ext cx="33015" cy="332194"/>
            </a:xfrm>
            <a:custGeom>
              <a:avLst/>
              <a:gdLst/>
              <a:ahLst/>
              <a:cxnLst/>
              <a:rect l="l" t="t" r="r" b="b"/>
              <a:pathLst>
                <a:path w="685" h="19308" extrusionOk="0">
                  <a:moveTo>
                    <a:pt x="0" y="0"/>
                  </a:moveTo>
                  <a:lnTo>
                    <a:pt x="0" y="19308"/>
                  </a:lnTo>
                  <a:lnTo>
                    <a:pt x="685" y="19308"/>
                  </a:lnTo>
                  <a:lnTo>
                    <a:pt x="6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16"/>
            <p:cNvSpPr/>
            <p:nvPr/>
          </p:nvSpPr>
          <p:spPr>
            <a:xfrm flipH="1">
              <a:off x="993452" y="152401"/>
              <a:ext cx="32967" cy="332194"/>
            </a:xfrm>
            <a:custGeom>
              <a:avLst/>
              <a:gdLst/>
              <a:ahLst/>
              <a:cxnLst/>
              <a:rect l="l" t="t" r="r" b="b"/>
              <a:pathLst>
                <a:path w="684" h="19308" extrusionOk="0">
                  <a:moveTo>
                    <a:pt x="0" y="0"/>
                  </a:moveTo>
                  <a:lnTo>
                    <a:pt x="0" y="19308"/>
                  </a:lnTo>
                  <a:lnTo>
                    <a:pt x="683" y="19308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0" name="Google Shape;530;p16"/>
          <p:cNvSpPr/>
          <p:nvPr/>
        </p:nvSpPr>
        <p:spPr>
          <a:xfrm flipH="1">
            <a:off x="1886" y="4273800"/>
            <a:ext cx="9144000" cy="869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16"/>
          <p:cNvSpPr/>
          <p:nvPr/>
        </p:nvSpPr>
        <p:spPr>
          <a:xfrm flipH="1">
            <a:off x="-21955" y="4289225"/>
            <a:ext cx="9191681" cy="126673"/>
          </a:xfrm>
          <a:custGeom>
            <a:avLst/>
            <a:gdLst/>
            <a:ahLst/>
            <a:cxnLst/>
            <a:rect l="l" t="t" r="r" b="b"/>
            <a:pathLst>
              <a:path w="150197" h="2386" extrusionOk="0">
                <a:moveTo>
                  <a:pt x="0" y="0"/>
                </a:moveTo>
                <a:lnTo>
                  <a:pt x="0" y="2386"/>
                </a:lnTo>
                <a:lnTo>
                  <a:pt x="150197" y="2386"/>
                </a:lnTo>
                <a:lnTo>
                  <a:pt x="15019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32" name="Google Shape;532;p16"/>
          <p:cNvGrpSpPr/>
          <p:nvPr/>
        </p:nvGrpSpPr>
        <p:grpSpPr>
          <a:xfrm>
            <a:off x="-22678" y="1775843"/>
            <a:ext cx="1201130" cy="2743139"/>
            <a:chOff x="5247175" y="1706175"/>
            <a:chExt cx="799900" cy="1828150"/>
          </a:xfrm>
        </p:grpSpPr>
        <p:sp>
          <p:nvSpPr>
            <p:cNvPr id="533" name="Google Shape;533;p16"/>
            <p:cNvSpPr/>
            <p:nvPr/>
          </p:nvSpPr>
          <p:spPr>
            <a:xfrm>
              <a:off x="5428650" y="1889425"/>
              <a:ext cx="52400" cy="1543250"/>
            </a:xfrm>
            <a:custGeom>
              <a:avLst/>
              <a:gdLst/>
              <a:ahLst/>
              <a:cxnLst/>
              <a:rect l="l" t="t" r="r" b="b"/>
              <a:pathLst>
                <a:path w="2096" h="61730" extrusionOk="0">
                  <a:moveTo>
                    <a:pt x="530" y="0"/>
                  </a:moveTo>
                  <a:cubicBezTo>
                    <a:pt x="293" y="0"/>
                    <a:pt x="13" y="110"/>
                    <a:pt x="1" y="276"/>
                  </a:cubicBezTo>
                  <a:cubicBezTo>
                    <a:pt x="43" y="1223"/>
                    <a:pt x="1" y="30408"/>
                    <a:pt x="1" y="36439"/>
                  </a:cubicBezTo>
                  <a:cubicBezTo>
                    <a:pt x="1" y="42469"/>
                    <a:pt x="582" y="57028"/>
                    <a:pt x="582" y="59010"/>
                  </a:cubicBezTo>
                  <a:cubicBezTo>
                    <a:pt x="582" y="60992"/>
                    <a:pt x="237" y="61423"/>
                    <a:pt x="495" y="61596"/>
                  </a:cubicBezTo>
                  <a:cubicBezTo>
                    <a:pt x="608" y="61671"/>
                    <a:pt x="931" y="61729"/>
                    <a:pt x="1254" y="61729"/>
                  </a:cubicBezTo>
                  <a:cubicBezTo>
                    <a:pt x="1675" y="61729"/>
                    <a:pt x="2095" y="61630"/>
                    <a:pt x="2046" y="61336"/>
                  </a:cubicBezTo>
                  <a:cubicBezTo>
                    <a:pt x="1960" y="60819"/>
                    <a:pt x="1356" y="38938"/>
                    <a:pt x="1185" y="35404"/>
                  </a:cubicBezTo>
                  <a:cubicBezTo>
                    <a:pt x="1014" y="31873"/>
                    <a:pt x="957" y="11052"/>
                    <a:pt x="862" y="9409"/>
                  </a:cubicBezTo>
                  <a:cubicBezTo>
                    <a:pt x="701" y="6631"/>
                    <a:pt x="1058" y="1053"/>
                    <a:pt x="862" y="169"/>
                  </a:cubicBezTo>
                  <a:cubicBezTo>
                    <a:pt x="836" y="51"/>
                    <a:pt x="693" y="0"/>
                    <a:pt x="53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16"/>
            <p:cNvSpPr/>
            <p:nvPr/>
          </p:nvSpPr>
          <p:spPr>
            <a:xfrm>
              <a:off x="5247175" y="3405600"/>
              <a:ext cx="410850" cy="128725"/>
            </a:xfrm>
            <a:custGeom>
              <a:avLst/>
              <a:gdLst/>
              <a:ahLst/>
              <a:cxnLst/>
              <a:rect l="l" t="t" r="r" b="b"/>
              <a:pathLst>
                <a:path w="16434" h="5149" extrusionOk="0">
                  <a:moveTo>
                    <a:pt x="8271" y="1"/>
                  </a:moveTo>
                  <a:cubicBezTo>
                    <a:pt x="6893" y="130"/>
                    <a:pt x="4050" y="1551"/>
                    <a:pt x="2025" y="2800"/>
                  </a:cubicBezTo>
                  <a:cubicBezTo>
                    <a:pt x="1" y="4048"/>
                    <a:pt x="130" y="4394"/>
                    <a:pt x="87" y="4782"/>
                  </a:cubicBezTo>
                  <a:cubicBezTo>
                    <a:pt x="51" y="5099"/>
                    <a:pt x="2967" y="5128"/>
                    <a:pt x="6263" y="5128"/>
                  </a:cubicBezTo>
                  <a:cubicBezTo>
                    <a:pt x="7009" y="5128"/>
                    <a:pt x="7774" y="5126"/>
                    <a:pt x="8529" y="5126"/>
                  </a:cubicBezTo>
                  <a:cubicBezTo>
                    <a:pt x="10392" y="5126"/>
                    <a:pt x="12138" y="5149"/>
                    <a:pt x="13496" y="5149"/>
                  </a:cubicBezTo>
                  <a:cubicBezTo>
                    <a:pt x="15123" y="5149"/>
                    <a:pt x="16193" y="5117"/>
                    <a:pt x="16240" y="4976"/>
                  </a:cubicBezTo>
                  <a:cubicBezTo>
                    <a:pt x="16309" y="4772"/>
                    <a:pt x="16434" y="4115"/>
                    <a:pt x="15659" y="3554"/>
                  </a:cubicBezTo>
                  <a:cubicBezTo>
                    <a:pt x="14883" y="2994"/>
                    <a:pt x="10770" y="130"/>
                    <a:pt x="82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16"/>
            <p:cNvSpPr/>
            <p:nvPr/>
          </p:nvSpPr>
          <p:spPr>
            <a:xfrm>
              <a:off x="5777300" y="1890950"/>
              <a:ext cx="269775" cy="235300"/>
            </a:xfrm>
            <a:custGeom>
              <a:avLst/>
              <a:gdLst/>
              <a:ahLst/>
              <a:cxnLst/>
              <a:rect l="l" t="t" r="r" b="b"/>
              <a:pathLst>
                <a:path w="10791" h="9412" extrusionOk="0">
                  <a:moveTo>
                    <a:pt x="5874" y="0"/>
                  </a:moveTo>
                  <a:cubicBezTo>
                    <a:pt x="4777" y="0"/>
                    <a:pt x="3679" y="427"/>
                    <a:pt x="2649" y="1205"/>
                  </a:cubicBezTo>
                  <a:cubicBezTo>
                    <a:pt x="0" y="3208"/>
                    <a:pt x="291" y="6828"/>
                    <a:pt x="2778" y="9412"/>
                  </a:cubicBezTo>
                  <a:cubicBezTo>
                    <a:pt x="3489" y="9218"/>
                    <a:pt x="8659" y="5017"/>
                    <a:pt x="10791" y="3467"/>
                  </a:cubicBezTo>
                  <a:cubicBezTo>
                    <a:pt x="9329" y="1057"/>
                    <a:pt x="7602" y="0"/>
                    <a:pt x="58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16"/>
            <p:cNvSpPr/>
            <p:nvPr/>
          </p:nvSpPr>
          <p:spPr>
            <a:xfrm>
              <a:off x="5662750" y="1706175"/>
              <a:ext cx="198250" cy="231900"/>
            </a:xfrm>
            <a:custGeom>
              <a:avLst/>
              <a:gdLst/>
              <a:ahLst/>
              <a:cxnLst/>
              <a:rect l="l" t="t" r="r" b="b"/>
              <a:pathLst>
                <a:path w="7930" h="9276" extrusionOk="0">
                  <a:moveTo>
                    <a:pt x="538" y="1"/>
                  </a:moveTo>
                  <a:cubicBezTo>
                    <a:pt x="217" y="1"/>
                    <a:pt x="0" y="362"/>
                    <a:pt x="307" y="821"/>
                  </a:cubicBezTo>
                  <a:cubicBezTo>
                    <a:pt x="580" y="1109"/>
                    <a:pt x="6319" y="8444"/>
                    <a:pt x="7274" y="9276"/>
                  </a:cubicBezTo>
                  <a:lnTo>
                    <a:pt x="7930" y="8780"/>
                  </a:lnTo>
                  <a:cubicBezTo>
                    <a:pt x="7930" y="8780"/>
                    <a:pt x="1191" y="435"/>
                    <a:pt x="953" y="197"/>
                  </a:cubicBezTo>
                  <a:cubicBezTo>
                    <a:pt x="816" y="60"/>
                    <a:pt x="669" y="1"/>
                    <a:pt x="53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16"/>
            <p:cNvSpPr/>
            <p:nvPr/>
          </p:nvSpPr>
          <p:spPr>
            <a:xfrm>
              <a:off x="5380850" y="1725600"/>
              <a:ext cx="373050" cy="287000"/>
            </a:xfrm>
            <a:custGeom>
              <a:avLst/>
              <a:gdLst/>
              <a:ahLst/>
              <a:cxnLst/>
              <a:rect l="l" t="t" r="r" b="b"/>
              <a:pathLst>
                <a:path w="14922" h="11480" extrusionOk="0">
                  <a:moveTo>
                    <a:pt x="14391" y="1"/>
                  </a:moveTo>
                  <a:cubicBezTo>
                    <a:pt x="14176" y="1"/>
                    <a:pt x="13782" y="219"/>
                    <a:pt x="12982" y="873"/>
                  </a:cubicBezTo>
                  <a:cubicBezTo>
                    <a:pt x="11917" y="1746"/>
                    <a:pt x="1578" y="9403"/>
                    <a:pt x="415" y="10533"/>
                  </a:cubicBezTo>
                  <a:cubicBezTo>
                    <a:pt x="1" y="10936"/>
                    <a:pt x="240" y="11480"/>
                    <a:pt x="651" y="11480"/>
                  </a:cubicBezTo>
                  <a:cubicBezTo>
                    <a:pt x="776" y="11480"/>
                    <a:pt x="918" y="11429"/>
                    <a:pt x="1061" y="11308"/>
                  </a:cubicBezTo>
                  <a:cubicBezTo>
                    <a:pt x="1675" y="10791"/>
                    <a:pt x="7329" y="6302"/>
                    <a:pt x="8718" y="5139"/>
                  </a:cubicBezTo>
                  <a:cubicBezTo>
                    <a:pt x="10108" y="3974"/>
                    <a:pt x="13301" y="1703"/>
                    <a:pt x="13790" y="1325"/>
                  </a:cubicBezTo>
                  <a:cubicBezTo>
                    <a:pt x="14922" y="454"/>
                    <a:pt x="14716" y="227"/>
                    <a:pt x="14555" y="66"/>
                  </a:cubicBezTo>
                  <a:cubicBezTo>
                    <a:pt x="14514" y="25"/>
                    <a:pt x="14463" y="1"/>
                    <a:pt x="143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16"/>
            <p:cNvSpPr/>
            <p:nvPr/>
          </p:nvSpPr>
          <p:spPr>
            <a:xfrm>
              <a:off x="5414350" y="1943650"/>
              <a:ext cx="49800" cy="44425"/>
            </a:xfrm>
            <a:custGeom>
              <a:avLst/>
              <a:gdLst/>
              <a:ahLst/>
              <a:cxnLst/>
              <a:rect l="l" t="t" r="r" b="b"/>
              <a:pathLst>
                <a:path w="1992" h="1777" extrusionOk="0">
                  <a:moveTo>
                    <a:pt x="1040" y="0"/>
                  </a:moveTo>
                  <a:cubicBezTo>
                    <a:pt x="1021" y="0"/>
                    <a:pt x="1001" y="1"/>
                    <a:pt x="982" y="2"/>
                  </a:cubicBezTo>
                  <a:cubicBezTo>
                    <a:pt x="104" y="2"/>
                    <a:pt x="0" y="1238"/>
                    <a:pt x="627" y="1661"/>
                  </a:cubicBezTo>
                  <a:cubicBezTo>
                    <a:pt x="745" y="1741"/>
                    <a:pt x="875" y="1776"/>
                    <a:pt x="1006" y="1776"/>
                  </a:cubicBezTo>
                  <a:cubicBezTo>
                    <a:pt x="1493" y="1776"/>
                    <a:pt x="1991" y="1287"/>
                    <a:pt x="1919" y="777"/>
                  </a:cubicBezTo>
                  <a:cubicBezTo>
                    <a:pt x="1856" y="344"/>
                    <a:pt x="1469" y="0"/>
                    <a:pt x="10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16"/>
            <p:cNvSpPr/>
            <p:nvPr/>
          </p:nvSpPr>
          <p:spPr>
            <a:xfrm>
              <a:off x="5684725" y="1739300"/>
              <a:ext cx="47225" cy="41325"/>
            </a:xfrm>
            <a:custGeom>
              <a:avLst/>
              <a:gdLst/>
              <a:ahLst/>
              <a:cxnLst/>
              <a:rect l="l" t="t" r="r" b="b"/>
              <a:pathLst>
                <a:path w="1889" h="1653" extrusionOk="0">
                  <a:moveTo>
                    <a:pt x="856" y="1"/>
                  </a:moveTo>
                  <a:cubicBezTo>
                    <a:pt x="549" y="1"/>
                    <a:pt x="245" y="155"/>
                    <a:pt x="98" y="480"/>
                  </a:cubicBezTo>
                  <a:cubicBezTo>
                    <a:pt x="91" y="495"/>
                    <a:pt x="85" y="511"/>
                    <a:pt x="79" y="526"/>
                  </a:cubicBezTo>
                  <a:cubicBezTo>
                    <a:pt x="74" y="542"/>
                    <a:pt x="64" y="560"/>
                    <a:pt x="57" y="579"/>
                  </a:cubicBezTo>
                  <a:lnTo>
                    <a:pt x="65" y="567"/>
                  </a:lnTo>
                  <a:lnTo>
                    <a:pt x="65" y="567"/>
                  </a:lnTo>
                  <a:cubicBezTo>
                    <a:pt x="0" y="776"/>
                    <a:pt x="21" y="1012"/>
                    <a:pt x="149" y="1230"/>
                  </a:cubicBezTo>
                  <a:cubicBezTo>
                    <a:pt x="341" y="1525"/>
                    <a:pt x="625" y="1652"/>
                    <a:pt x="900" y="1652"/>
                  </a:cubicBezTo>
                  <a:cubicBezTo>
                    <a:pt x="1410" y="1652"/>
                    <a:pt x="1889" y="1214"/>
                    <a:pt x="1700" y="584"/>
                  </a:cubicBezTo>
                  <a:cubicBezTo>
                    <a:pt x="1567" y="204"/>
                    <a:pt x="1209" y="1"/>
                    <a:pt x="8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0" name="Google Shape;540;p16"/>
          <p:cNvGrpSpPr/>
          <p:nvPr/>
        </p:nvGrpSpPr>
        <p:grpSpPr>
          <a:xfrm>
            <a:off x="7649340" y="1267613"/>
            <a:ext cx="1304312" cy="3148298"/>
            <a:chOff x="-313560" y="1267613"/>
            <a:chExt cx="1304312" cy="3148298"/>
          </a:xfrm>
        </p:grpSpPr>
        <p:sp>
          <p:nvSpPr>
            <p:cNvPr id="541" name="Google Shape;541;p16"/>
            <p:cNvSpPr/>
            <p:nvPr/>
          </p:nvSpPr>
          <p:spPr>
            <a:xfrm flipH="1">
              <a:off x="-313560" y="1490207"/>
              <a:ext cx="1304312" cy="2925641"/>
            </a:xfrm>
            <a:custGeom>
              <a:avLst/>
              <a:gdLst/>
              <a:ahLst/>
              <a:cxnLst/>
              <a:rect l="l" t="t" r="r" b="b"/>
              <a:pathLst>
                <a:path w="24561" h="55102" extrusionOk="0">
                  <a:moveTo>
                    <a:pt x="0" y="1"/>
                  </a:moveTo>
                  <a:lnTo>
                    <a:pt x="0" y="55102"/>
                  </a:lnTo>
                  <a:lnTo>
                    <a:pt x="24561" y="55102"/>
                  </a:lnTo>
                  <a:lnTo>
                    <a:pt x="2456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16"/>
            <p:cNvSpPr/>
            <p:nvPr/>
          </p:nvSpPr>
          <p:spPr>
            <a:xfrm flipH="1">
              <a:off x="-229454" y="1594495"/>
              <a:ext cx="1136022" cy="2821415"/>
            </a:xfrm>
            <a:custGeom>
              <a:avLst/>
              <a:gdLst/>
              <a:ahLst/>
              <a:cxnLst/>
              <a:rect l="l" t="t" r="r" b="b"/>
              <a:pathLst>
                <a:path w="21392" h="53139" extrusionOk="0">
                  <a:moveTo>
                    <a:pt x="0" y="0"/>
                  </a:moveTo>
                  <a:lnTo>
                    <a:pt x="0" y="53139"/>
                  </a:lnTo>
                  <a:lnTo>
                    <a:pt x="21392" y="53139"/>
                  </a:lnTo>
                  <a:lnTo>
                    <a:pt x="2139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16"/>
            <p:cNvSpPr/>
            <p:nvPr/>
          </p:nvSpPr>
          <p:spPr>
            <a:xfrm flipH="1">
              <a:off x="-230183" y="1594495"/>
              <a:ext cx="854778" cy="2809097"/>
            </a:xfrm>
            <a:custGeom>
              <a:avLst/>
              <a:gdLst/>
              <a:ahLst/>
              <a:cxnLst/>
              <a:rect l="l" t="t" r="r" b="b"/>
              <a:pathLst>
                <a:path w="16096" h="52907" extrusionOk="0">
                  <a:moveTo>
                    <a:pt x="16096" y="0"/>
                  </a:moveTo>
                  <a:lnTo>
                    <a:pt x="1" y="3025"/>
                  </a:lnTo>
                  <a:lnTo>
                    <a:pt x="1" y="49432"/>
                  </a:lnTo>
                  <a:lnTo>
                    <a:pt x="16096" y="52907"/>
                  </a:lnTo>
                  <a:lnTo>
                    <a:pt x="1609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16"/>
            <p:cNvSpPr/>
            <p:nvPr/>
          </p:nvSpPr>
          <p:spPr>
            <a:xfrm flipH="1">
              <a:off x="155080" y="1267613"/>
              <a:ext cx="366849" cy="151055"/>
            </a:xfrm>
            <a:custGeom>
              <a:avLst/>
              <a:gdLst/>
              <a:ahLst/>
              <a:cxnLst/>
              <a:rect l="l" t="t" r="r" b="b"/>
              <a:pathLst>
                <a:path w="6908" h="2845" extrusionOk="0">
                  <a:moveTo>
                    <a:pt x="0" y="1"/>
                  </a:moveTo>
                  <a:lnTo>
                    <a:pt x="0" y="2844"/>
                  </a:lnTo>
                  <a:lnTo>
                    <a:pt x="6908" y="2844"/>
                  </a:lnTo>
                  <a:lnTo>
                    <a:pt x="690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16"/>
            <p:cNvSpPr/>
            <p:nvPr/>
          </p:nvSpPr>
          <p:spPr>
            <a:xfrm flipH="1">
              <a:off x="176744" y="1291985"/>
              <a:ext cx="323516" cy="102208"/>
            </a:xfrm>
            <a:custGeom>
              <a:avLst/>
              <a:gdLst/>
              <a:ahLst/>
              <a:cxnLst/>
              <a:rect l="l" t="t" r="r" b="b"/>
              <a:pathLst>
                <a:path w="6092" h="1925" extrusionOk="0">
                  <a:moveTo>
                    <a:pt x="0" y="1"/>
                  </a:moveTo>
                  <a:lnTo>
                    <a:pt x="0" y="1925"/>
                  </a:lnTo>
                  <a:lnTo>
                    <a:pt x="6092" y="1925"/>
                  </a:lnTo>
                  <a:lnTo>
                    <a:pt x="609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6" name="Google Shape;546;p16"/>
          <p:cNvSpPr/>
          <p:nvPr/>
        </p:nvSpPr>
        <p:spPr>
          <a:xfrm>
            <a:off x="413700" y="319350"/>
            <a:ext cx="8316600" cy="4504800"/>
          </a:xfrm>
          <a:prstGeom prst="rect">
            <a:avLst/>
          </a:prstGeom>
          <a:solidFill>
            <a:srgbClr val="FFFFFF">
              <a:alpha val="844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0_1"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9" name="Google Shape;549;p17"/>
          <p:cNvGrpSpPr/>
          <p:nvPr/>
        </p:nvGrpSpPr>
        <p:grpSpPr>
          <a:xfrm>
            <a:off x="7322051" y="181900"/>
            <a:ext cx="1496866" cy="1044569"/>
            <a:chOff x="7245851" y="258100"/>
            <a:chExt cx="1496866" cy="1044569"/>
          </a:xfrm>
        </p:grpSpPr>
        <p:sp>
          <p:nvSpPr>
            <p:cNvPr id="550" name="Google Shape;550;p17"/>
            <p:cNvSpPr/>
            <p:nvPr/>
          </p:nvSpPr>
          <p:spPr>
            <a:xfrm flipH="1">
              <a:off x="7985853" y="258100"/>
              <a:ext cx="756863" cy="1044569"/>
            </a:xfrm>
            <a:custGeom>
              <a:avLst/>
              <a:gdLst/>
              <a:ahLst/>
              <a:cxnLst/>
              <a:rect l="l" t="t" r="r" b="b"/>
              <a:pathLst>
                <a:path w="11372" h="15696" extrusionOk="0">
                  <a:moveTo>
                    <a:pt x="0" y="0"/>
                  </a:moveTo>
                  <a:lnTo>
                    <a:pt x="0" y="15696"/>
                  </a:lnTo>
                  <a:lnTo>
                    <a:pt x="11372" y="15696"/>
                  </a:lnTo>
                  <a:lnTo>
                    <a:pt x="1137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17"/>
            <p:cNvSpPr/>
            <p:nvPr/>
          </p:nvSpPr>
          <p:spPr>
            <a:xfrm flipH="1">
              <a:off x="8032769" y="309465"/>
              <a:ext cx="663021" cy="941882"/>
            </a:xfrm>
            <a:custGeom>
              <a:avLst/>
              <a:gdLst/>
              <a:ahLst/>
              <a:cxnLst/>
              <a:rect l="l" t="t" r="r" b="b"/>
              <a:pathLst>
                <a:path w="9962" h="14153" extrusionOk="0">
                  <a:moveTo>
                    <a:pt x="1" y="0"/>
                  </a:moveTo>
                  <a:lnTo>
                    <a:pt x="1" y="14153"/>
                  </a:lnTo>
                  <a:lnTo>
                    <a:pt x="9961" y="14153"/>
                  </a:lnTo>
                  <a:lnTo>
                    <a:pt x="99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17"/>
            <p:cNvSpPr/>
            <p:nvPr/>
          </p:nvSpPr>
          <p:spPr>
            <a:xfrm flipH="1">
              <a:off x="8230479" y="783931"/>
              <a:ext cx="267551" cy="27352"/>
            </a:xfrm>
            <a:custGeom>
              <a:avLst/>
              <a:gdLst/>
              <a:ahLst/>
              <a:cxnLst/>
              <a:rect l="l" t="t" r="r" b="b"/>
              <a:pathLst>
                <a:path w="4020" h="411" extrusionOk="0">
                  <a:moveTo>
                    <a:pt x="0" y="1"/>
                  </a:moveTo>
                  <a:lnTo>
                    <a:pt x="0" y="410"/>
                  </a:lnTo>
                  <a:lnTo>
                    <a:pt x="4019" y="410"/>
                  </a:lnTo>
                  <a:lnTo>
                    <a:pt x="40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17"/>
            <p:cNvSpPr/>
            <p:nvPr/>
          </p:nvSpPr>
          <p:spPr>
            <a:xfrm flipH="1">
              <a:off x="8092195" y="725313"/>
              <a:ext cx="544154" cy="27352"/>
            </a:xfrm>
            <a:custGeom>
              <a:avLst/>
              <a:gdLst/>
              <a:ahLst/>
              <a:cxnLst/>
              <a:rect l="l" t="t" r="r" b="b"/>
              <a:pathLst>
                <a:path w="8176" h="411" extrusionOk="0">
                  <a:moveTo>
                    <a:pt x="0" y="1"/>
                  </a:moveTo>
                  <a:lnTo>
                    <a:pt x="0" y="410"/>
                  </a:lnTo>
                  <a:lnTo>
                    <a:pt x="8176" y="410"/>
                  </a:lnTo>
                  <a:lnTo>
                    <a:pt x="817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17"/>
            <p:cNvSpPr/>
            <p:nvPr/>
          </p:nvSpPr>
          <p:spPr>
            <a:xfrm flipH="1">
              <a:off x="8382841" y="873289"/>
              <a:ext cx="256104" cy="27352"/>
            </a:xfrm>
            <a:custGeom>
              <a:avLst/>
              <a:gdLst/>
              <a:ahLst/>
              <a:cxnLst/>
              <a:rect l="l" t="t" r="r" b="b"/>
              <a:pathLst>
                <a:path w="3848" h="411" extrusionOk="0">
                  <a:moveTo>
                    <a:pt x="1" y="1"/>
                  </a:moveTo>
                  <a:lnTo>
                    <a:pt x="1" y="410"/>
                  </a:lnTo>
                  <a:lnTo>
                    <a:pt x="3847" y="410"/>
                  </a:lnTo>
                  <a:lnTo>
                    <a:pt x="38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17"/>
            <p:cNvSpPr/>
            <p:nvPr/>
          </p:nvSpPr>
          <p:spPr>
            <a:xfrm flipH="1">
              <a:off x="8382841" y="936831"/>
              <a:ext cx="256104" cy="27352"/>
            </a:xfrm>
            <a:custGeom>
              <a:avLst/>
              <a:gdLst/>
              <a:ahLst/>
              <a:cxnLst/>
              <a:rect l="l" t="t" r="r" b="b"/>
              <a:pathLst>
                <a:path w="3848" h="411" extrusionOk="0">
                  <a:moveTo>
                    <a:pt x="1" y="1"/>
                  </a:moveTo>
                  <a:lnTo>
                    <a:pt x="1" y="410"/>
                  </a:lnTo>
                  <a:lnTo>
                    <a:pt x="3847" y="410"/>
                  </a:lnTo>
                  <a:lnTo>
                    <a:pt x="38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17"/>
            <p:cNvSpPr/>
            <p:nvPr/>
          </p:nvSpPr>
          <p:spPr>
            <a:xfrm flipH="1">
              <a:off x="8382841" y="1000372"/>
              <a:ext cx="256104" cy="27285"/>
            </a:xfrm>
            <a:custGeom>
              <a:avLst/>
              <a:gdLst/>
              <a:ahLst/>
              <a:cxnLst/>
              <a:rect l="l" t="t" r="r" b="b"/>
              <a:pathLst>
                <a:path w="3848" h="410" extrusionOk="0">
                  <a:moveTo>
                    <a:pt x="1" y="1"/>
                  </a:moveTo>
                  <a:lnTo>
                    <a:pt x="1" y="410"/>
                  </a:lnTo>
                  <a:lnTo>
                    <a:pt x="3847" y="410"/>
                  </a:lnTo>
                  <a:lnTo>
                    <a:pt x="38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17"/>
            <p:cNvSpPr/>
            <p:nvPr/>
          </p:nvSpPr>
          <p:spPr>
            <a:xfrm flipH="1">
              <a:off x="8382841" y="1063980"/>
              <a:ext cx="256104" cy="27352"/>
            </a:xfrm>
            <a:custGeom>
              <a:avLst/>
              <a:gdLst/>
              <a:ahLst/>
              <a:cxnLst/>
              <a:rect l="l" t="t" r="r" b="b"/>
              <a:pathLst>
                <a:path w="3848" h="411" extrusionOk="0">
                  <a:moveTo>
                    <a:pt x="1" y="1"/>
                  </a:moveTo>
                  <a:lnTo>
                    <a:pt x="1" y="410"/>
                  </a:lnTo>
                  <a:lnTo>
                    <a:pt x="3847" y="410"/>
                  </a:lnTo>
                  <a:lnTo>
                    <a:pt x="38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17"/>
            <p:cNvSpPr/>
            <p:nvPr/>
          </p:nvSpPr>
          <p:spPr>
            <a:xfrm flipH="1">
              <a:off x="8382841" y="1127522"/>
              <a:ext cx="256104" cy="27352"/>
            </a:xfrm>
            <a:custGeom>
              <a:avLst/>
              <a:gdLst/>
              <a:ahLst/>
              <a:cxnLst/>
              <a:rect l="l" t="t" r="r" b="b"/>
              <a:pathLst>
                <a:path w="3848" h="411" extrusionOk="0">
                  <a:moveTo>
                    <a:pt x="1" y="1"/>
                  </a:moveTo>
                  <a:lnTo>
                    <a:pt x="1" y="410"/>
                  </a:lnTo>
                  <a:lnTo>
                    <a:pt x="3847" y="410"/>
                  </a:lnTo>
                  <a:lnTo>
                    <a:pt x="38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17"/>
            <p:cNvSpPr/>
            <p:nvPr/>
          </p:nvSpPr>
          <p:spPr>
            <a:xfrm flipH="1">
              <a:off x="8089629" y="873289"/>
              <a:ext cx="256037" cy="27352"/>
            </a:xfrm>
            <a:custGeom>
              <a:avLst/>
              <a:gdLst/>
              <a:ahLst/>
              <a:cxnLst/>
              <a:rect l="l" t="t" r="r" b="b"/>
              <a:pathLst>
                <a:path w="3847" h="411" extrusionOk="0">
                  <a:moveTo>
                    <a:pt x="1" y="1"/>
                  </a:moveTo>
                  <a:lnTo>
                    <a:pt x="1" y="410"/>
                  </a:lnTo>
                  <a:lnTo>
                    <a:pt x="3847" y="410"/>
                  </a:lnTo>
                  <a:lnTo>
                    <a:pt x="38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17"/>
            <p:cNvSpPr/>
            <p:nvPr/>
          </p:nvSpPr>
          <p:spPr>
            <a:xfrm flipH="1">
              <a:off x="8089629" y="936831"/>
              <a:ext cx="256037" cy="27352"/>
            </a:xfrm>
            <a:custGeom>
              <a:avLst/>
              <a:gdLst/>
              <a:ahLst/>
              <a:cxnLst/>
              <a:rect l="l" t="t" r="r" b="b"/>
              <a:pathLst>
                <a:path w="3847" h="411" extrusionOk="0">
                  <a:moveTo>
                    <a:pt x="1" y="1"/>
                  </a:moveTo>
                  <a:lnTo>
                    <a:pt x="1" y="410"/>
                  </a:lnTo>
                  <a:lnTo>
                    <a:pt x="3847" y="410"/>
                  </a:lnTo>
                  <a:lnTo>
                    <a:pt x="38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17"/>
            <p:cNvSpPr/>
            <p:nvPr/>
          </p:nvSpPr>
          <p:spPr>
            <a:xfrm flipH="1">
              <a:off x="8089629" y="1000372"/>
              <a:ext cx="256037" cy="27285"/>
            </a:xfrm>
            <a:custGeom>
              <a:avLst/>
              <a:gdLst/>
              <a:ahLst/>
              <a:cxnLst/>
              <a:rect l="l" t="t" r="r" b="b"/>
              <a:pathLst>
                <a:path w="3847" h="410" extrusionOk="0">
                  <a:moveTo>
                    <a:pt x="1" y="1"/>
                  </a:moveTo>
                  <a:lnTo>
                    <a:pt x="1" y="410"/>
                  </a:lnTo>
                  <a:lnTo>
                    <a:pt x="3847" y="410"/>
                  </a:lnTo>
                  <a:lnTo>
                    <a:pt x="38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17"/>
            <p:cNvSpPr/>
            <p:nvPr/>
          </p:nvSpPr>
          <p:spPr>
            <a:xfrm flipH="1">
              <a:off x="8089629" y="1063980"/>
              <a:ext cx="256037" cy="27352"/>
            </a:xfrm>
            <a:custGeom>
              <a:avLst/>
              <a:gdLst/>
              <a:ahLst/>
              <a:cxnLst/>
              <a:rect l="l" t="t" r="r" b="b"/>
              <a:pathLst>
                <a:path w="3847" h="411" extrusionOk="0">
                  <a:moveTo>
                    <a:pt x="1" y="1"/>
                  </a:moveTo>
                  <a:lnTo>
                    <a:pt x="1" y="410"/>
                  </a:lnTo>
                  <a:lnTo>
                    <a:pt x="3847" y="410"/>
                  </a:lnTo>
                  <a:lnTo>
                    <a:pt x="38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17"/>
            <p:cNvSpPr/>
            <p:nvPr/>
          </p:nvSpPr>
          <p:spPr>
            <a:xfrm flipH="1">
              <a:off x="8089629" y="1127522"/>
              <a:ext cx="256037" cy="27352"/>
            </a:xfrm>
            <a:custGeom>
              <a:avLst/>
              <a:gdLst/>
              <a:ahLst/>
              <a:cxnLst/>
              <a:rect l="l" t="t" r="r" b="b"/>
              <a:pathLst>
                <a:path w="3847" h="411" extrusionOk="0">
                  <a:moveTo>
                    <a:pt x="1" y="1"/>
                  </a:moveTo>
                  <a:lnTo>
                    <a:pt x="1" y="410"/>
                  </a:lnTo>
                  <a:lnTo>
                    <a:pt x="3847" y="410"/>
                  </a:lnTo>
                  <a:lnTo>
                    <a:pt x="38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17"/>
            <p:cNvSpPr/>
            <p:nvPr/>
          </p:nvSpPr>
          <p:spPr>
            <a:xfrm flipH="1">
              <a:off x="8241991" y="406940"/>
              <a:ext cx="244523" cy="249829"/>
            </a:xfrm>
            <a:custGeom>
              <a:avLst/>
              <a:gdLst/>
              <a:ahLst/>
              <a:cxnLst/>
              <a:rect l="l" t="t" r="r" b="b"/>
              <a:pathLst>
                <a:path w="3674" h="3754" extrusionOk="0">
                  <a:moveTo>
                    <a:pt x="0" y="0"/>
                  </a:moveTo>
                  <a:lnTo>
                    <a:pt x="0" y="3753"/>
                  </a:lnTo>
                  <a:lnTo>
                    <a:pt x="3674" y="3753"/>
                  </a:lnTo>
                  <a:lnTo>
                    <a:pt x="367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17"/>
            <p:cNvSpPr/>
            <p:nvPr/>
          </p:nvSpPr>
          <p:spPr>
            <a:xfrm flipH="1">
              <a:off x="7245851" y="258100"/>
              <a:ext cx="623687" cy="644736"/>
            </a:xfrm>
            <a:custGeom>
              <a:avLst/>
              <a:gdLst/>
              <a:ahLst/>
              <a:cxnLst/>
              <a:rect l="l" t="t" r="r" b="b"/>
              <a:pathLst>
                <a:path w="9371" h="9688" extrusionOk="0">
                  <a:moveTo>
                    <a:pt x="0" y="0"/>
                  </a:moveTo>
                  <a:lnTo>
                    <a:pt x="0" y="9687"/>
                  </a:lnTo>
                  <a:lnTo>
                    <a:pt x="9370" y="9687"/>
                  </a:lnTo>
                  <a:lnTo>
                    <a:pt x="937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17"/>
            <p:cNvSpPr/>
            <p:nvPr/>
          </p:nvSpPr>
          <p:spPr>
            <a:xfrm flipH="1">
              <a:off x="7292833" y="309465"/>
              <a:ext cx="529778" cy="542050"/>
            </a:xfrm>
            <a:custGeom>
              <a:avLst/>
              <a:gdLst/>
              <a:ahLst/>
              <a:cxnLst/>
              <a:rect l="l" t="t" r="r" b="b"/>
              <a:pathLst>
                <a:path w="7960" h="8145" extrusionOk="0">
                  <a:moveTo>
                    <a:pt x="1" y="0"/>
                  </a:moveTo>
                  <a:lnTo>
                    <a:pt x="1" y="8145"/>
                  </a:lnTo>
                  <a:lnTo>
                    <a:pt x="7960" y="8145"/>
                  </a:lnTo>
                  <a:lnTo>
                    <a:pt x="796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17"/>
            <p:cNvSpPr/>
            <p:nvPr/>
          </p:nvSpPr>
          <p:spPr>
            <a:xfrm flipH="1">
              <a:off x="7337395" y="451918"/>
              <a:ext cx="256037" cy="27285"/>
            </a:xfrm>
            <a:custGeom>
              <a:avLst/>
              <a:gdLst/>
              <a:ahLst/>
              <a:cxnLst/>
              <a:rect l="l" t="t" r="r" b="b"/>
              <a:pathLst>
                <a:path w="3847" h="410" extrusionOk="0">
                  <a:moveTo>
                    <a:pt x="0" y="0"/>
                  </a:moveTo>
                  <a:lnTo>
                    <a:pt x="0" y="409"/>
                  </a:lnTo>
                  <a:lnTo>
                    <a:pt x="3846" y="409"/>
                  </a:lnTo>
                  <a:lnTo>
                    <a:pt x="384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17"/>
            <p:cNvSpPr/>
            <p:nvPr/>
          </p:nvSpPr>
          <p:spPr>
            <a:xfrm flipH="1">
              <a:off x="7337395" y="515393"/>
              <a:ext cx="256037" cy="27352"/>
            </a:xfrm>
            <a:custGeom>
              <a:avLst/>
              <a:gdLst/>
              <a:ahLst/>
              <a:cxnLst/>
              <a:rect l="l" t="t" r="r" b="b"/>
              <a:pathLst>
                <a:path w="3847" h="411" extrusionOk="0">
                  <a:moveTo>
                    <a:pt x="0" y="1"/>
                  </a:moveTo>
                  <a:lnTo>
                    <a:pt x="0" y="410"/>
                  </a:lnTo>
                  <a:lnTo>
                    <a:pt x="3846" y="410"/>
                  </a:lnTo>
                  <a:lnTo>
                    <a:pt x="384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17"/>
            <p:cNvSpPr/>
            <p:nvPr/>
          </p:nvSpPr>
          <p:spPr>
            <a:xfrm flipH="1">
              <a:off x="7337395" y="579068"/>
              <a:ext cx="256037" cy="27286"/>
            </a:xfrm>
            <a:custGeom>
              <a:avLst/>
              <a:gdLst/>
              <a:ahLst/>
              <a:cxnLst/>
              <a:rect l="l" t="t" r="r" b="b"/>
              <a:pathLst>
                <a:path w="3847" h="410" extrusionOk="0">
                  <a:moveTo>
                    <a:pt x="0" y="0"/>
                  </a:moveTo>
                  <a:lnTo>
                    <a:pt x="0" y="410"/>
                  </a:lnTo>
                  <a:lnTo>
                    <a:pt x="3846" y="410"/>
                  </a:lnTo>
                  <a:lnTo>
                    <a:pt x="384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17"/>
            <p:cNvSpPr/>
            <p:nvPr/>
          </p:nvSpPr>
          <p:spPr>
            <a:xfrm flipH="1">
              <a:off x="7337395" y="642543"/>
              <a:ext cx="256037" cy="27352"/>
            </a:xfrm>
            <a:custGeom>
              <a:avLst/>
              <a:gdLst/>
              <a:ahLst/>
              <a:cxnLst/>
              <a:rect l="l" t="t" r="r" b="b"/>
              <a:pathLst>
                <a:path w="3847" h="411" extrusionOk="0">
                  <a:moveTo>
                    <a:pt x="0" y="1"/>
                  </a:moveTo>
                  <a:lnTo>
                    <a:pt x="0" y="410"/>
                  </a:lnTo>
                  <a:lnTo>
                    <a:pt x="3846" y="410"/>
                  </a:lnTo>
                  <a:lnTo>
                    <a:pt x="384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17"/>
            <p:cNvSpPr/>
            <p:nvPr/>
          </p:nvSpPr>
          <p:spPr>
            <a:xfrm flipH="1">
              <a:off x="7337395" y="706085"/>
              <a:ext cx="256037" cy="27352"/>
            </a:xfrm>
            <a:custGeom>
              <a:avLst/>
              <a:gdLst/>
              <a:ahLst/>
              <a:cxnLst/>
              <a:rect l="l" t="t" r="r" b="b"/>
              <a:pathLst>
                <a:path w="3847" h="411" extrusionOk="0">
                  <a:moveTo>
                    <a:pt x="0" y="1"/>
                  </a:moveTo>
                  <a:lnTo>
                    <a:pt x="0" y="410"/>
                  </a:lnTo>
                  <a:lnTo>
                    <a:pt x="3846" y="410"/>
                  </a:lnTo>
                  <a:lnTo>
                    <a:pt x="384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17"/>
            <p:cNvSpPr/>
            <p:nvPr/>
          </p:nvSpPr>
          <p:spPr>
            <a:xfrm flipH="1">
              <a:off x="7629862" y="447726"/>
              <a:ext cx="148151" cy="285965"/>
            </a:xfrm>
            <a:custGeom>
              <a:avLst/>
              <a:gdLst/>
              <a:ahLst/>
              <a:cxnLst/>
              <a:rect l="l" t="t" r="r" b="b"/>
              <a:pathLst>
                <a:path w="2226" h="4297" extrusionOk="0">
                  <a:moveTo>
                    <a:pt x="1" y="1"/>
                  </a:moveTo>
                  <a:lnTo>
                    <a:pt x="1" y="4296"/>
                  </a:lnTo>
                  <a:lnTo>
                    <a:pt x="2225" y="4296"/>
                  </a:lnTo>
                  <a:lnTo>
                    <a:pt x="22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3" name="Google Shape;573;p17"/>
          <p:cNvSpPr/>
          <p:nvPr/>
        </p:nvSpPr>
        <p:spPr>
          <a:xfrm>
            <a:off x="-45750" y="4286250"/>
            <a:ext cx="9235500" cy="866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17"/>
          <p:cNvSpPr/>
          <p:nvPr/>
        </p:nvSpPr>
        <p:spPr>
          <a:xfrm>
            <a:off x="12" y="4289225"/>
            <a:ext cx="9191681" cy="126673"/>
          </a:xfrm>
          <a:custGeom>
            <a:avLst/>
            <a:gdLst/>
            <a:ahLst/>
            <a:cxnLst/>
            <a:rect l="l" t="t" r="r" b="b"/>
            <a:pathLst>
              <a:path w="150197" h="2386" extrusionOk="0">
                <a:moveTo>
                  <a:pt x="0" y="0"/>
                </a:moveTo>
                <a:lnTo>
                  <a:pt x="0" y="2386"/>
                </a:lnTo>
                <a:lnTo>
                  <a:pt x="150197" y="2386"/>
                </a:lnTo>
                <a:lnTo>
                  <a:pt x="15019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75" name="Google Shape;575;p17"/>
          <p:cNvGrpSpPr/>
          <p:nvPr/>
        </p:nvGrpSpPr>
        <p:grpSpPr>
          <a:xfrm>
            <a:off x="8393973" y="3481995"/>
            <a:ext cx="423748" cy="1044561"/>
            <a:chOff x="-156827" y="2070695"/>
            <a:chExt cx="423748" cy="1044561"/>
          </a:xfrm>
        </p:grpSpPr>
        <p:sp>
          <p:nvSpPr>
            <p:cNvPr id="576" name="Google Shape;576;p17"/>
            <p:cNvSpPr/>
            <p:nvPr/>
          </p:nvSpPr>
          <p:spPr>
            <a:xfrm>
              <a:off x="-156827" y="2070695"/>
              <a:ext cx="423748" cy="430542"/>
            </a:xfrm>
            <a:custGeom>
              <a:avLst/>
              <a:gdLst/>
              <a:ahLst/>
              <a:cxnLst/>
              <a:rect l="l" t="t" r="r" b="b"/>
              <a:pathLst>
                <a:path w="10541" h="10710" extrusionOk="0">
                  <a:moveTo>
                    <a:pt x="3783" y="1"/>
                  </a:moveTo>
                  <a:cubicBezTo>
                    <a:pt x="3499" y="1"/>
                    <a:pt x="2763" y="236"/>
                    <a:pt x="2846" y="3430"/>
                  </a:cubicBezTo>
                  <a:cubicBezTo>
                    <a:pt x="2929" y="6666"/>
                    <a:pt x="3347" y="8227"/>
                    <a:pt x="4017" y="9956"/>
                  </a:cubicBezTo>
                  <a:cubicBezTo>
                    <a:pt x="4017" y="9956"/>
                    <a:pt x="3486" y="9426"/>
                    <a:pt x="2595" y="7920"/>
                  </a:cubicBezTo>
                  <a:cubicBezTo>
                    <a:pt x="1719" y="6442"/>
                    <a:pt x="1213" y="5664"/>
                    <a:pt x="639" y="5664"/>
                  </a:cubicBezTo>
                  <a:cubicBezTo>
                    <a:pt x="629" y="5664"/>
                    <a:pt x="618" y="5664"/>
                    <a:pt x="607" y="5664"/>
                  </a:cubicBezTo>
                  <a:cubicBezTo>
                    <a:pt x="22" y="5693"/>
                    <a:pt x="1" y="6665"/>
                    <a:pt x="781" y="7920"/>
                  </a:cubicBezTo>
                  <a:cubicBezTo>
                    <a:pt x="1563" y="9175"/>
                    <a:pt x="2344" y="10067"/>
                    <a:pt x="3989" y="10485"/>
                  </a:cubicBezTo>
                  <a:cubicBezTo>
                    <a:pt x="3989" y="10485"/>
                    <a:pt x="3915" y="10710"/>
                    <a:pt x="4771" y="10710"/>
                  </a:cubicBezTo>
                  <a:cubicBezTo>
                    <a:pt x="5085" y="10710"/>
                    <a:pt x="5523" y="10680"/>
                    <a:pt x="6136" y="10597"/>
                  </a:cubicBezTo>
                  <a:cubicBezTo>
                    <a:pt x="10235" y="8506"/>
                    <a:pt x="10541" y="5912"/>
                    <a:pt x="9984" y="5662"/>
                  </a:cubicBezTo>
                  <a:cubicBezTo>
                    <a:pt x="9963" y="5652"/>
                    <a:pt x="9940" y="5648"/>
                    <a:pt x="9916" y="5648"/>
                  </a:cubicBezTo>
                  <a:cubicBezTo>
                    <a:pt x="9277" y="5648"/>
                    <a:pt x="7348" y="8664"/>
                    <a:pt x="5523" y="9845"/>
                  </a:cubicBezTo>
                  <a:cubicBezTo>
                    <a:pt x="7251" y="7223"/>
                    <a:pt x="9399" y="2874"/>
                    <a:pt x="8757" y="2205"/>
                  </a:cubicBezTo>
                  <a:cubicBezTo>
                    <a:pt x="8652" y="2095"/>
                    <a:pt x="8497" y="2032"/>
                    <a:pt x="8311" y="2032"/>
                  </a:cubicBezTo>
                  <a:cubicBezTo>
                    <a:pt x="7782" y="2032"/>
                    <a:pt x="6997" y="2539"/>
                    <a:pt x="6357" y="3921"/>
                  </a:cubicBezTo>
                  <a:cubicBezTo>
                    <a:pt x="5493" y="5789"/>
                    <a:pt x="5607" y="8339"/>
                    <a:pt x="4880" y="9705"/>
                  </a:cubicBezTo>
                  <a:cubicBezTo>
                    <a:pt x="4880" y="9705"/>
                    <a:pt x="5026" y="6730"/>
                    <a:pt x="4969" y="4890"/>
                  </a:cubicBezTo>
                  <a:cubicBezTo>
                    <a:pt x="4912" y="3049"/>
                    <a:pt x="4289" y="11"/>
                    <a:pt x="3793" y="1"/>
                  </a:cubicBezTo>
                  <a:cubicBezTo>
                    <a:pt x="3790" y="1"/>
                    <a:pt x="3786" y="1"/>
                    <a:pt x="37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17"/>
            <p:cNvSpPr/>
            <p:nvPr/>
          </p:nvSpPr>
          <p:spPr>
            <a:xfrm>
              <a:off x="-150600" y="2475372"/>
              <a:ext cx="376135" cy="639883"/>
            </a:xfrm>
            <a:custGeom>
              <a:avLst/>
              <a:gdLst/>
              <a:ahLst/>
              <a:cxnLst/>
              <a:rect l="l" t="t" r="r" b="b"/>
              <a:pathLst>
                <a:path w="9356" h="8211" extrusionOk="0">
                  <a:moveTo>
                    <a:pt x="935" y="0"/>
                  </a:moveTo>
                  <a:cubicBezTo>
                    <a:pt x="558" y="0"/>
                    <a:pt x="126" y="251"/>
                    <a:pt x="126" y="614"/>
                  </a:cubicBezTo>
                  <a:cubicBezTo>
                    <a:pt x="0" y="2539"/>
                    <a:pt x="393" y="7674"/>
                    <a:pt x="3166" y="8080"/>
                  </a:cubicBezTo>
                  <a:cubicBezTo>
                    <a:pt x="3699" y="8155"/>
                    <a:pt x="4296" y="8211"/>
                    <a:pt x="4921" y="8211"/>
                  </a:cubicBezTo>
                  <a:cubicBezTo>
                    <a:pt x="5548" y="8211"/>
                    <a:pt x="6203" y="8154"/>
                    <a:pt x="6850" y="8003"/>
                  </a:cubicBezTo>
                  <a:cubicBezTo>
                    <a:pt x="8398" y="7334"/>
                    <a:pt x="9356" y="5466"/>
                    <a:pt x="9272" y="697"/>
                  </a:cubicBezTo>
                  <a:cubicBezTo>
                    <a:pt x="9272" y="363"/>
                    <a:pt x="9175" y="0"/>
                    <a:pt x="863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8" name="Google Shape;578;p17"/>
          <p:cNvGrpSpPr/>
          <p:nvPr/>
        </p:nvGrpSpPr>
        <p:grpSpPr>
          <a:xfrm>
            <a:off x="8879398" y="3778195"/>
            <a:ext cx="423748" cy="748350"/>
            <a:chOff x="-156827" y="2070695"/>
            <a:chExt cx="423748" cy="748350"/>
          </a:xfrm>
        </p:grpSpPr>
        <p:sp>
          <p:nvSpPr>
            <p:cNvPr id="579" name="Google Shape;579;p17"/>
            <p:cNvSpPr/>
            <p:nvPr/>
          </p:nvSpPr>
          <p:spPr>
            <a:xfrm>
              <a:off x="-156827" y="2070695"/>
              <a:ext cx="423748" cy="430542"/>
            </a:xfrm>
            <a:custGeom>
              <a:avLst/>
              <a:gdLst/>
              <a:ahLst/>
              <a:cxnLst/>
              <a:rect l="l" t="t" r="r" b="b"/>
              <a:pathLst>
                <a:path w="10541" h="10710" extrusionOk="0">
                  <a:moveTo>
                    <a:pt x="3783" y="1"/>
                  </a:moveTo>
                  <a:cubicBezTo>
                    <a:pt x="3499" y="1"/>
                    <a:pt x="2763" y="236"/>
                    <a:pt x="2846" y="3430"/>
                  </a:cubicBezTo>
                  <a:cubicBezTo>
                    <a:pt x="2929" y="6666"/>
                    <a:pt x="3347" y="8227"/>
                    <a:pt x="4017" y="9956"/>
                  </a:cubicBezTo>
                  <a:cubicBezTo>
                    <a:pt x="4017" y="9956"/>
                    <a:pt x="3486" y="9426"/>
                    <a:pt x="2595" y="7920"/>
                  </a:cubicBezTo>
                  <a:cubicBezTo>
                    <a:pt x="1719" y="6442"/>
                    <a:pt x="1213" y="5664"/>
                    <a:pt x="639" y="5664"/>
                  </a:cubicBezTo>
                  <a:cubicBezTo>
                    <a:pt x="629" y="5664"/>
                    <a:pt x="618" y="5664"/>
                    <a:pt x="607" y="5664"/>
                  </a:cubicBezTo>
                  <a:cubicBezTo>
                    <a:pt x="22" y="5693"/>
                    <a:pt x="1" y="6665"/>
                    <a:pt x="781" y="7920"/>
                  </a:cubicBezTo>
                  <a:cubicBezTo>
                    <a:pt x="1563" y="9175"/>
                    <a:pt x="2344" y="10067"/>
                    <a:pt x="3989" y="10485"/>
                  </a:cubicBezTo>
                  <a:cubicBezTo>
                    <a:pt x="3989" y="10485"/>
                    <a:pt x="3915" y="10710"/>
                    <a:pt x="4771" y="10710"/>
                  </a:cubicBezTo>
                  <a:cubicBezTo>
                    <a:pt x="5085" y="10710"/>
                    <a:pt x="5523" y="10680"/>
                    <a:pt x="6136" y="10597"/>
                  </a:cubicBezTo>
                  <a:cubicBezTo>
                    <a:pt x="10235" y="8506"/>
                    <a:pt x="10541" y="5912"/>
                    <a:pt x="9984" y="5662"/>
                  </a:cubicBezTo>
                  <a:cubicBezTo>
                    <a:pt x="9963" y="5652"/>
                    <a:pt x="9940" y="5648"/>
                    <a:pt x="9916" y="5648"/>
                  </a:cubicBezTo>
                  <a:cubicBezTo>
                    <a:pt x="9277" y="5648"/>
                    <a:pt x="7348" y="8664"/>
                    <a:pt x="5523" y="9845"/>
                  </a:cubicBezTo>
                  <a:cubicBezTo>
                    <a:pt x="7251" y="7223"/>
                    <a:pt x="9399" y="2874"/>
                    <a:pt x="8757" y="2205"/>
                  </a:cubicBezTo>
                  <a:cubicBezTo>
                    <a:pt x="8652" y="2095"/>
                    <a:pt x="8497" y="2032"/>
                    <a:pt x="8311" y="2032"/>
                  </a:cubicBezTo>
                  <a:cubicBezTo>
                    <a:pt x="7782" y="2032"/>
                    <a:pt x="6997" y="2539"/>
                    <a:pt x="6357" y="3921"/>
                  </a:cubicBezTo>
                  <a:cubicBezTo>
                    <a:pt x="5493" y="5789"/>
                    <a:pt x="5607" y="8339"/>
                    <a:pt x="4880" y="9705"/>
                  </a:cubicBezTo>
                  <a:cubicBezTo>
                    <a:pt x="4880" y="9705"/>
                    <a:pt x="5026" y="6730"/>
                    <a:pt x="4969" y="4890"/>
                  </a:cubicBezTo>
                  <a:cubicBezTo>
                    <a:pt x="4912" y="3049"/>
                    <a:pt x="4289" y="11"/>
                    <a:pt x="3793" y="1"/>
                  </a:cubicBezTo>
                  <a:cubicBezTo>
                    <a:pt x="3790" y="1"/>
                    <a:pt x="3786" y="1"/>
                    <a:pt x="37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17"/>
            <p:cNvSpPr/>
            <p:nvPr/>
          </p:nvSpPr>
          <p:spPr>
            <a:xfrm>
              <a:off x="-150600" y="2475374"/>
              <a:ext cx="376135" cy="343671"/>
            </a:xfrm>
            <a:custGeom>
              <a:avLst/>
              <a:gdLst/>
              <a:ahLst/>
              <a:cxnLst/>
              <a:rect l="l" t="t" r="r" b="b"/>
              <a:pathLst>
                <a:path w="9356" h="8211" extrusionOk="0">
                  <a:moveTo>
                    <a:pt x="935" y="0"/>
                  </a:moveTo>
                  <a:cubicBezTo>
                    <a:pt x="558" y="0"/>
                    <a:pt x="126" y="251"/>
                    <a:pt x="126" y="614"/>
                  </a:cubicBezTo>
                  <a:cubicBezTo>
                    <a:pt x="0" y="2539"/>
                    <a:pt x="393" y="7674"/>
                    <a:pt x="3166" y="8080"/>
                  </a:cubicBezTo>
                  <a:cubicBezTo>
                    <a:pt x="3699" y="8155"/>
                    <a:pt x="4296" y="8211"/>
                    <a:pt x="4921" y="8211"/>
                  </a:cubicBezTo>
                  <a:cubicBezTo>
                    <a:pt x="5548" y="8211"/>
                    <a:pt x="6203" y="8154"/>
                    <a:pt x="6850" y="8003"/>
                  </a:cubicBezTo>
                  <a:cubicBezTo>
                    <a:pt x="8398" y="7334"/>
                    <a:pt x="9356" y="5466"/>
                    <a:pt x="9272" y="697"/>
                  </a:cubicBezTo>
                  <a:cubicBezTo>
                    <a:pt x="9272" y="363"/>
                    <a:pt x="9175" y="0"/>
                    <a:pt x="863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1" name="Google Shape;581;p17"/>
          <p:cNvGrpSpPr/>
          <p:nvPr/>
        </p:nvGrpSpPr>
        <p:grpSpPr>
          <a:xfrm>
            <a:off x="366190" y="2479076"/>
            <a:ext cx="924512" cy="662227"/>
            <a:chOff x="1096265" y="2479076"/>
            <a:chExt cx="924512" cy="662227"/>
          </a:xfrm>
        </p:grpSpPr>
        <p:sp>
          <p:nvSpPr>
            <p:cNvPr id="582" name="Google Shape;582;p17"/>
            <p:cNvSpPr/>
            <p:nvPr/>
          </p:nvSpPr>
          <p:spPr>
            <a:xfrm flipH="1">
              <a:off x="1096265" y="2479076"/>
              <a:ext cx="886554" cy="513558"/>
            </a:xfrm>
            <a:custGeom>
              <a:avLst/>
              <a:gdLst/>
              <a:ahLst/>
              <a:cxnLst/>
              <a:rect l="l" t="t" r="r" b="b"/>
              <a:pathLst>
                <a:path w="16279" h="9430" extrusionOk="0">
                  <a:moveTo>
                    <a:pt x="595" y="1"/>
                  </a:moveTo>
                  <a:cubicBezTo>
                    <a:pt x="256" y="1"/>
                    <a:pt x="0" y="310"/>
                    <a:pt x="62" y="642"/>
                  </a:cubicBezTo>
                  <a:lnTo>
                    <a:pt x="1604" y="8985"/>
                  </a:lnTo>
                  <a:cubicBezTo>
                    <a:pt x="1650" y="9243"/>
                    <a:pt x="1876" y="9430"/>
                    <a:pt x="2138" y="9430"/>
                  </a:cubicBezTo>
                  <a:lnTo>
                    <a:pt x="15684" y="9430"/>
                  </a:lnTo>
                  <a:cubicBezTo>
                    <a:pt x="16024" y="9430"/>
                    <a:pt x="16279" y="9121"/>
                    <a:pt x="16218" y="8788"/>
                  </a:cubicBezTo>
                  <a:lnTo>
                    <a:pt x="14677" y="446"/>
                  </a:lnTo>
                  <a:cubicBezTo>
                    <a:pt x="14628" y="188"/>
                    <a:pt x="14405" y="1"/>
                    <a:pt x="141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17"/>
            <p:cNvSpPr/>
            <p:nvPr/>
          </p:nvSpPr>
          <p:spPr>
            <a:xfrm flipH="1">
              <a:off x="1134114" y="2479076"/>
              <a:ext cx="886663" cy="513558"/>
            </a:xfrm>
            <a:custGeom>
              <a:avLst/>
              <a:gdLst/>
              <a:ahLst/>
              <a:cxnLst/>
              <a:rect l="l" t="t" r="r" b="b"/>
              <a:pathLst>
                <a:path w="16281" h="9430" extrusionOk="0">
                  <a:moveTo>
                    <a:pt x="596" y="1"/>
                  </a:moveTo>
                  <a:cubicBezTo>
                    <a:pt x="257" y="1"/>
                    <a:pt x="0" y="310"/>
                    <a:pt x="62" y="642"/>
                  </a:cubicBezTo>
                  <a:lnTo>
                    <a:pt x="1604" y="8985"/>
                  </a:lnTo>
                  <a:cubicBezTo>
                    <a:pt x="1652" y="9243"/>
                    <a:pt x="1876" y="9430"/>
                    <a:pt x="2138" y="9430"/>
                  </a:cubicBezTo>
                  <a:lnTo>
                    <a:pt x="15685" y="9430"/>
                  </a:lnTo>
                  <a:cubicBezTo>
                    <a:pt x="16024" y="9430"/>
                    <a:pt x="16280" y="9121"/>
                    <a:pt x="16218" y="8788"/>
                  </a:cubicBezTo>
                  <a:lnTo>
                    <a:pt x="14677" y="446"/>
                  </a:lnTo>
                  <a:cubicBezTo>
                    <a:pt x="14628" y="188"/>
                    <a:pt x="14405" y="1"/>
                    <a:pt x="141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17"/>
            <p:cNvSpPr/>
            <p:nvPr/>
          </p:nvSpPr>
          <p:spPr>
            <a:xfrm flipH="1">
              <a:off x="1417258" y="2811765"/>
              <a:ext cx="210542" cy="329537"/>
            </a:xfrm>
            <a:custGeom>
              <a:avLst/>
              <a:gdLst/>
              <a:ahLst/>
              <a:cxnLst/>
              <a:rect l="l" t="t" r="r" b="b"/>
              <a:pathLst>
                <a:path w="3866" h="6051" extrusionOk="0">
                  <a:moveTo>
                    <a:pt x="596" y="0"/>
                  </a:moveTo>
                  <a:cubicBezTo>
                    <a:pt x="256" y="0"/>
                    <a:pt x="1" y="309"/>
                    <a:pt x="61" y="642"/>
                  </a:cubicBezTo>
                  <a:lnTo>
                    <a:pt x="1062" y="6051"/>
                  </a:lnTo>
                  <a:lnTo>
                    <a:pt x="3865" y="6051"/>
                  </a:lnTo>
                  <a:lnTo>
                    <a:pt x="2830" y="444"/>
                  </a:lnTo>
                  <a:cubicBezTo>
                    <a:pt x="2781" y="187"/>
                    <a:pt x="2558" y="0"/>
                    <a:pt x="229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17"/>
            <p:cNvSpPr/>
            <p:nvPr/>
          </p:nvSpPr>
          <p:spPr>
            <a:xfrm flipH="1">
              <a:off x="1436265" y="2811765"/>
              <a:ext cx="210488" cy="329537"/>
            </a:xfrm>
            <a:custGeom>
              <a:avLst/>
              <a:gdLst/>
              <a:ahLst/>
              <a:cxnLst/>
              <a:rect l="l" t="t" r="r" b="b"/>
              <a:pathLst>
                <a:path w="3865" h="6051" extrusionOk="0">
                  <a:moveTo>
                    <a:pt x="595" y="0"/>
                  </a:moveTo>
                  <a:cubicBezTo>
                    <a:pt x="255" y="0"/>
                    <a:pt x="0" y="308"/>
                    <a:pt x="61" y="642"/>
                  </a:cubicBezTo>
                  <a:lnTo>
                    <a:pt x="1061" y="6051"/>
                  </a:lnTo>
                  <a:lnTo>
                    <a:pt x="3865" y="6051"/>
                  </a:lnTo>
                  <a:lnTo>
                    <a:pt x="2829" y="444"/>
                  </a:lnTo>
                  <a:cubicBezTo>
                    <a:pt x="2781" y="187"/>
                    <a:pt x="2557" y="0"/>
                    <a:pt x="229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86" name="Google Shape;586;p17"/>
          <p:cNvSpPr/>
          <p:nvPr/>
        </p:nvSpPr>
        <p:spPr>
          <a:xfrm flipH="1">
            <a:off x="-45726" y="3084125"/>
            <a:ext cx="1899276" cy="1513334"/>
          </a:xfrm>
          <a:custGeom>
            <a:avLst/>
            <a:gdLst/>
            <a:ahLst/>
            <a:cxnLst/>
            <a:rect l="l" t="t" r="r" b="b"/>
            <a:pathLst>
              <a:path w="60704" h="27788" extrusionOk="0">
                <a:moveTo>
                  <a:pt x="1" y="0"/>
                </a:moveTo>
                <a:lnTo>
                  <a:pt x="1" y="27788"/>
                </a:lnTo>
                <a:lnTo>
                  <a:pt x="60703" y="27788"/>
                </a:lnTo>
                <a:lnTo>
                  <a:pt x="6070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7" name="Google Shape;587;p17"/>
          <p:cNvSpPr/>
          <p:nvPr/>
        </p:nvSpPr>
        <p:spPr>
          <a:xfrm flipH="1">
            <a:off x="-45758" y="3084125"/>
            <a:ext cx="1938886" cy="199868"/>
          </a:xfrm>
          <a:custGeom>
            <a:avLst/>
            <a:gdLst/>
            <a:ahLst/>
            <a:cxnLst/>
            <a:rect l="l" t="t" r="r" b="b"/>
            <a:pathLst>
              <a:path w="61970" h="3670" extrusionOk="0">
                <a:moveTo>
                  <a:pt x="1" y="0"/>
                </a:moveTo>
                <a:lnTo>
                  <a:pt x="1" y="3669"/>
                </a:lnTo>
                <a:lnTo>
                  <a:pt x="61969" y="3669"/>
                </a:lnTo>
                <a:lnTo>
                  <a:pt x="6196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88" name="Google Shape;588;p17"/>
          <p:cNvGrpSpPr/>
          <p:nvPr/>
        </p:nvGrpSpPr>
        <p:grpSpPr>
          <a:xfrm>
            <a:off x="1044346" y="-39551"/>
            <a:ext cx="1897054" cy="487276"/>
            <a:chOff x="568096" y="170124"/>
            <a:chExt cx="1897054" cy="487276"/>
          </a:xfrm>
        </p:grpSpPr>
        <p:sp>
          <p:nvSpPr>
            <p:cNvPr id="589" name="Google Shape;589;p17"/>
            <p:cNvSpPr/>
            <p:nvPr/>
          </p:nvSpPr>
          <p:spPr>
            <a:xfrm flipH="1">
              <a:off x="568096" y="377476"/>
              <a:ext cx="1897054" cy="279924"/>
            </a:xfrm>
            <a:custGeom>
              <a:avLst/>
              <a:gdLst/>
              <a:ahLst/>
              <a:cxnLst/>
              <a:rect l="l" t="t" r="r" b="b"/>
              <a:pathLst>
                <a:path w="39360" h="4442" extrusionOk="0">
                  <a:moveTo>
                    <a:pt x="4442" y="0"/>
                  </a:moveTo>
                  <a:cubicBezTo>
                    <a:pt x="1989" y="0"/>
                    <a:pt x="1" y="1989"/>
                    <a:pt x="1" y="4441"/>
                  </a:cubicBezTo>
                  <a:lnTo>
                    <a:pt x="39360" y="4441"/>
                  </a:lnTo>
                  <a:cubicBezTo>
                    <a:pt x="39360" y="1989"/>
                    <a:pt x="37372" y="0"/>
                    <a:pt x="349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17"/>
            <p:cNvSpPr/>
            <p:nvPr/>
          </p:nvSpPr>
          <p:spPr>
            <a:xfrm flipH="1">
              <a:off x="2023585" y="170124"/>
              <a:ext cx="33015" cy="484583"/>
            </a:xfrm>
            <a:custGeom>
              <a:avLst/>
              <a:gdLst/>
              <a:ahLst/>
              <a:cxnLst/>
              <a:rect l="l" t="t" r="r" b="b"/>
              <a:pathLst>
                <a:path w="685" h="19308" extrusionOk="0">
                  <a:moveTo>
                    <a:pt x="0" y="0"/>
                  </a:moveTo>
                  <a:lnTo>
                    <a:pt x="0" y="19308"/>
                  </a:lnTo>
                  <a:lnTo>
                    <a:pt x="685" y="19308"/>
                  </a:lnTo>
                  <a:lnTo>
                    <a:pt x="6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17"/>
            <p:cNvSpPr/>
            <p:nvPr/>
          </p:nvSpPr>
          <p:spPr>
            <a:xfrm flipH="1">
              <a:off x="976650" y="170124"/>
              <a:ext cx="32967" cy="484583"/>
            </a:xfrm>
            <a:custGeom>
              <a:avLst/>
              <a:gdLst/>
              <a:ahLst/>
              <a:cxnLst/>
              <a:rect l="l" t="t" r="r" b="b"/>
              <a:pathLst>
                <a:path w="684" h="19308" extrusionOk="0">
                  <a:moveTo>
                    <a:pt x="0" y="0"/>
                  </a:moveTo>
                  <a:lnTo>
                    <a:pt x="0" y="19308"/>
                  </a:lnTo>
                  <a:lnTo>
                    <a:pt x="683" y="19308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2" name="Google Shape;592;p17"/>
          <p:cNvSpPr/>
          <p:nvPr/>
        </p:nvSpPr>
        <p:spPr>
          <a:xfrm>
            <a:off x="413700" y="319350"/>
            <a:ext cx="8316600" cy="4504800"/>
          </a:xfrm>
          <a:prstGeom prst="rect">
            <a:avLst/>
          </a:prstGeom>
          <a:solidFill>
            <a:srgbClr val="FFFFFF">
              <a:alpha val="844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3" name="Google Shape;593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18"/>
          <p:cNvSpPr/>
          <p:nvPr/>
        </p:nvSpPr>
        <p:spPr>
          <a:xfrm flipH="1">
            <a:off x="-44778" y="4286250"/>
            <a:ext cx="9235500" cy="866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6" name="Google Shape;596;p18"/>
          <p:cNvSpPr/>
          <p:nvPr/>
        </p:nvSpPr>
        <p:spPr>
          <a:xfrm flipH="1">
            <a:off x="-46722" y="4289225"/>
            <a:ext cx="9191681" cy="126673"/>
          </a:xfrm>
          <a:custGeom>
            <a:avLst/>
            <a:gdLst/>
            <a:ahLst/>
            <a:cxnLst/>
            <a:rect l="l" t="t" r="r" b="b"/>
            <a:pathLst>
              <a:path w="150197" h="2386" extrusionOk="0">
                <a:moveTo>
                  <a:pt x="0" y="0"/>
                </a:moveTo>
                <a:lnTo>
                  <a:pt x="0" y="2386"/>
                </a:lnTo>
                <a:lnTo>
                  <a:pt x="150197" y="2386"/>
                </a:lnTo>
                <a:lnTo>
                  <a:pt x="15019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97" name="Google Shape;597;p18"/>
          <p:cNvGrpSpPr/>
          <p:nvPr/>
        </p:nvGrpSpPr>
        <p:grpSpPr>
          <a:xfrm flipH="1">
            <a:off x="-206368" y="3252214"/>
            <a:ext cx="826275" cy="1271577"/>
            <a:chOff x="8243837" y="3176014"/>
            <a:chExt cx="826275" cy="1271577"/>
          </a:xfrm>
        </p:grpSpPr>
        <p:sp>
          <p:nvSpPr>
            <p:cNvPr id="598" name="Google Shape;598;p18"/>
            <p:cNvSpPr/>
            <p:nvPr/>
          </p:nvSpPr>
          <p:spPr>
            <a:xfrm flipH="1">
              <a:off x="8290827" y="3176014"/>
              <a:ext cx="731328" cy="589684"/>
            </a:xfrm>
            <a:custGeom>
              <a:avLst/>
              <a:gdLst/>
              <a:ahLst/>
              <a:cxnLst/>
              <a:rect l="l" t="t" r="r" b="b"/>
              <a:pathLst>
                <a:path w="13772" h="11134" extrusionOk="0">
                  <a:moveTo>
                    <a:pt x="1893" y="0"/>
                  </a:moveTo>
                  <a:cubicBezTo>
                    <a:pt x="847" y="0"/>
                    <a:pt x="0" y="848"/>
                    <a:pt x="0" y="1894"/>
                  </a:cubicBezTo>
                  <a:lnTo>
                    <a:pt x="0" y="11134"/>
                  </a:lnTo>
                  <a:lnTo>
                    <a:pt x="13772" y="11134"/>
                  </a:lnTo>
                  <a:lnTo>
                    <a:pt x="13772" y="1767"/>
                  </a:lnTo>
                  <a:cubicBezTo>
                    <a:pt x="13772" y="791"/>
                    <a:pt x="12981" y="0"/>
                    <a:pt x="1200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18"/>
            <p:cNvSpPr/>
            <p:nvPr/>
          </p:nvSpPr>
          <p:spPr>
            <a:xfrm flipH="1">
              <a:off x="8290717" y="3892725"/>
              <a:ext cx="731291" cy="94573"/>
            </a:xfrm>
            <a:custGeom>
              <a:avLst/>
              <a:gdLst/>
              <a:ahLst/>
              <a:cxnLst/>
              <a:rect l="l" t="t" r="r" b="b"/>
              <a:pathLst>
                <a:path w="64502" h="1786" extrusionOk="0">
                  <a:moveTo>
                    <a:pt x="1" y="0"/>
                  </a:moveTo>
                  <a:lnTo>
                    <a:pt x="1" y="1785"/>
                  </a:lnTo>
                  <a:lnTo>
                    <a:pt x="64501" y="1785"/>
                  </a:lnTo>
                  <a:lnTo>
                    <a:pt x="6450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18"/>
            <p:cNvSpPr/>
            <p:nvPr/>
          </p:nvSpPr>
          <p:spPr>
            <a:xfrm flipH="1">
              <a:off x="8243837" y="3765477"/>
              <a:ext cx="826275" cy="127322"/>
            </a:xfrm>
            <a:custGeom>
              <a:avLst/>
              <a:gdLst/>
              <a:ahLst/>
              <a:cxnLst/>
              <a:rect l="l" t="t" r="r" b="b"/>
              <a:pathLst>
                <a:path w="15560" h="2404" extrusionOk="0">
                  <a:moveTo>
                    <a:pt x="927" y="0"/>
                  </a:moveTo>
                  <a:cubicBezTo>
                    <a:pt x="416" y="0"/>
                    <a:pt x="1" y="416"/>
                    <a:pt x="1" y="927"/>
                  </a:cubicBezTo>
                  <a:lnTo>
                    <a:pt x="1" y="1416"/>
                  </a:lnTo>
                  <a:cubicBezTo>
                    <a:pt x="1" y="1961"/>
                    <a:pt x="443" y="2403"/>
                    <a:pt x="988" y="2403"/>
                  </a:cubicBezTo>
                  <a:lnTo>
                    <a:pt x="14663" y="2403"/>
                  </a:lnTo>
                  <a:cubicBezTo>
                    <a:pt x="15158" y="2403"/>
                    <a:pt x="15560" y="2002"/>
                    <a:pt x="15560" y="1506"/>
                  </a:cubicBezTo>
                  <a:lnTo>
                    <a:pt x="15560" y="904"/>
                  </a:lnTo>
                  <a:cubicBezTo>
                    <a:pt x="15560" y="406"/>
                    <a:pt x="15155" y="2"/>
                    <a:pt x="14656" y="2"/>
                  </a:cubicBezTo>
                  <a:lnTo>
                    <a:pt x="927" y="2"/>
                  </a:lnTo>
                  <a:lnTo>
                    <a:pt x="92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18"/>
            <p:cNvSpPr/>
            <p:nvPr/>
          </p:nvSpPr>
          <p:spPr>
            <a:xfrm flipH="1">
              <a:off x="8290749" y="3979138"/>
              <a:ext cx="67068" cy="468453"/>
            </a:xfrm>
            <a:custGeom>
              <a:avLst/>
              <a:gdLst/>
              <a:ahLst/>
              <a:cxnLst/>
              <a:rect l="l" t="t" r="r" b="b"/>
              <a:pathLst>
                <a:path w="1263" h="8845" extrusionOk="0">
                  <a:moveTo>
                    <a:pt x="0" y="0"/>
                  </a:moveTo>
                  <a:lnTo>
                    <a:pt x="0" y="8844"/>
                  </a:lnTo>
                  <a:lnTo>
                    <a:pt x="1263" y="8844"/>
                  </a:lnTo>
                  <a:lnTo>
                    <a:pt x="126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18"/>
            <p:cNvSpPr/>
            <p:nvPr/>
          </p:nvSpPr>
          <p:spPr>
            <a:xfrm flipH="1">
              <a:off x="8955086" y="3979138"/>
              <a:ext cx="67068" cy="468453"/>
            </a:xfrm>
            <a:custGeom>
              <a:avLst/>
              <a:gdLst/>
              <a:ahLst/>
              <a:cxnLst/>
              <a:rect l="l" t="t" r="r" b="b"/>
              <a:pathLst>
                <a:path w="1263" h="8845" extrusionOk="0">
                  <a:moveTo>
                    <a:pt x="0" y="0"/>
                  </a:moveTo>
                  <a:lnTo>
                    <a:pt x="0" y="8844"/>
                  </a:lnTo>
                  <a:lnTo>
                    <a:pt x="1263" y="8844"/>
                  </a:lnTo>
                  <a:lnTo>
                    <a:pt x="126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3" name="Google Shape;603;p18"/>
          <p:cNvGrpSpPr/>
          <p:nvPr/>
        </p:nvGrpSpPr>
        <p:grpSpPr>
          <a:xfrm flipH="1">
            <a:off x="7820190" y="1695075"/>
            <a:ext cx="1371503" cy="2747040"/>
            <a:chOff x="-285625" y="1695075"/>
            <a:chExt cx="1371503" cy="2747040"/>
          </a:xfrm>
        </p:grpSpPr>
        <p:sp>
          <p:nvSpPr>
            <p:cNvPr id="604" name="Google Shape;604;p18"/>
            <p:cNvSpPr/>
            <p:nvPr/>
          </p:nvSpPr>
          <p:spPr>
            <a:xfrm>
              <a:off x="465014" y="1695075"/>
              <a:ext cx="578478" cy="376071"/>
            </a:xfrm>
            <a:custGeom>
              <a:avLst/>
              <a:gdLst/>
              <a:ahLst/>
              <a:cxnLst/>
              <a:rect l="l" t="t" r="r" b="b"/>
              <a:pathLst>
                <a:path w="14390" h="9355" extrusionOk="0">
                  <a:moveTo>
                    <a:pt x="3478" y="1"/>
                  </a:moveTo>
                  <a:cubicBezTo>
                    <a:pt x="3157" y="1"/>
                    <a:pt x="2884" y="3"/>
                    <a:pt x="2672" y="8"/>
                  </a:cubicBezTo>
                  <a:cubicBezTo>
                    <a:pt x="689" y="50"/>
                    <a:pt x="87" y="94"/>
                    <a:pt x="87" y="697"/>
                  </a:cubicBezTo>
                  <a:cubicBezTo>
                    <a:pt x="87" y="1301"/>
                    <a:pt x="0" y="7546"/>
                    <a:pt x="87" y="9010"/>
                  </a:cubicBezTo>
                  <a:lnTo>
                    <a:pt x="14303" y="9355"/>
                  </a:lnTo>
                  <a:cubicBezTo>
                    <a:pt x="14303" y="9355"/>
                    <a:pt x="14389" y="4789"/>
                    <a:pt x="14389" y="2635"/>
                  </a:cubicBezTo>
                  <a:cubicBezTo>
                    <a:pt x="14389" y="482"/>
                    <a:pt x="14044" y="309"/>
                    <a:pt x="13053" y="223"/>
                  </a:cubicBezTo>
                  <a:cubicBezTo>
                    <a:pt x="12167" y="147"/>
                    <a:pt x="6163" y="1"/>
                    <a:pt x="34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18"/>
            <p:cNvSpPr/>
            <p:nvPr/>
          </p:nvSpPr>
          <p:spPr>
            <a:xfrm>
              <a:off x="-285625" y="2048625"/>
              <a:ext cx="1368931" cy="2386272"/>
            </a:xfrm>
            <a:custGeom>
              <a:avLst/>
              <a:gdLst/>
              <a:ahLst/>
              <a:cxnLst/>
              <a:rect l="l" t="t" r="r" b="b"/>
              <a:pathLst>
                <a:path w="34053" h="59360" extrusionOk="0">
                  <a:moveTo>
                    <a:pt x="34052" y="0"/>
                  </a:moveTo>
                  <a:cubicBezTo>
                    <a:pt x="31725" y="0"/>
                    <a:pt x="16908" y="173"/>
                    <a:pt x="16477" y="344"/>
                  </a:cubicBezTo>
                  <a:cubicBezTo>
                    <a:pt x="16045" y="517"/>
                    <a:pt x="16477" y="18523"/>
                    <a:pt x="16477" y="18523"/>
                  </a:cubicBezTo>
                  <a:cubicBezTo>
                    <a:pt x="12256" y="18696"/>
                    <a:pt x="248" y="18948"/>
                    <a:pt x="163" y="19206"/>
                  </a:cubicBezTo>
                  <a:cubicBezTo>
                    <a:pt x="77" y="19465"/>
                    <a:pt x="0" y="58335"/>
                    <a:pt x="87" y="59196"/>
                  </a:cubicBezTo>
                  <a:lnTo>
                    <a:pt x="34052" y="59359"/>
                  </a:lnTo>
                  <a:lnTo>
                    <a:pt x="3405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18"/>
            <p:cNvSpPr/>
            <p:nvPr/>
          </p:nvSpPr>
          <p:spPr>
            <a:xfrm>
              <a:off x="371913" y="2788649"/>
              <a:ext cx="34331" cy="1653466"/>
            </a:xfrm>
            <a:custGeom>
              <a:avLst/>
              <a:gdLst/>
              <a:ahLst/>
              <a:cxnLst/>
              <a:rect l="l" t="t" r="r" b="b"/>
              <a:pathLst>
                <a:path w="854" h="41131" extrusionOk="0">
                  <a:moveTo>
                    <a:pt x="115" y="1"/>
                  </a:moveTo>
                  <a:cubicBezTo>
                    <a:pt x="56" y="1"/>
                    <a:pt x="0" y="38"/>
                    <a:pt x="3" y="114"/>
                  </a:cubicBezTo>
                  <a:cubicBezTo>
                    <a:pt x="24" y="651"/>
                    <a:pt x="30" y="1188"/>
                    <a:pt x="40" y="1725"/>
                  </a:cubicBezTo>
                  <a:cubicBezTo>
                    <a:pt x="61" y="2820"/>
                    <a:pt x="79" y="3915"/>
                    <a:pt x="98" y="5010"/>
                  </a:cubicBezTo>
                  <a:cubicBezTo>
                    <a:pt x="122" y="6517"/>
                    <a:pt x="146" y="8024"/>
                    <a:pt x="169" y="9532"/>
                  </a:cubicBezTo>
                  <a:cubicBezTo>
                    <a:pt x="196" y="11321"/>
                    <a:pt x="222" y="13112"/>
                    <a:pt x="248" y="14901"/>
                  </a:cubicBezTo>
                  <a:cubicBezTo>
                    <a:pt x="276" y="16820"/>
                    <a:pt x="305" y="18740"/>
                    <a:pt x="333" y="20659"/>
                  </a:cubicBezTo>
                  <a:cubicBezTo>
                    <a:pt x="360" y="22582"/>
                    <a:pt x="388" y="24504"/>
                    <a:pt x="415" y="26428"/>
                  </a:cubicBezTo>
                  <a:cubicBezTo>
                    <a:pt x="441" y="28206"/>
                    <a:pt x="466" y="29985"/>
                    <a:pt x="490" y="31763"/>
                  </a:cubicBezTo>
                  <a:cubicBezTo>
                    <a:pt x="511" y="33254"/>
                    <a:pt x="533" y="34742"/>
                    <a:pt x="553" y="36231"/>
                  </a:cubicBezTo>
                  <a:cubicBezTo>
                    <a:pt x="568" y="37301"/>
                    <a:pt x="582" y="38371"/>
                    <a:pt x="598" y="39441"/>
                  </a:cubicBezTo>
                  <a:cubicBezTo>
                    <a:pt x="605" y="39944"/>
                    <a:pt x="602" y="40449"/>
                    <a:pt x="618" y="40952"/>
                  </a:cubicBezTo>
                  <a:cubicBezTo>
                    <a:pt x="618" y="40974"/>
                    <a:pt x="618" y="40996"/>
                    <a:pt x="619" y="41018"/>
                  </a:cubicBezTo>
                  <a:cubicBezTo>
                    <a:pt x="621" y="41093"/>
                    <a:pt x="680" y="41130"/>
                    <a:pt x="738" y="41130"/>
                  </a:cubicBezTo>
                  <a:cubicBezTo>
                    <a:pt x="796" y="41130"/>
                    <a:pt x="854" y="41093"/>
                    <a:pt x="853" y="41018"/>
                  </a:cubicBezTo>
                  <a:lnTo>
                    <a:pt x="839" y="39977"/>
                  </a:lnTo>
                  <a:cubicBezTo>
                    <a:pt x="826" y="39031"/>
                    <a:pt x="812" y="38084"/>
                    <a:pt x="799" y="37138"/>
                  </a:cubicBezTo>
                  <a:cubicBezTo>
                    <a:pt x="779" y="35737"/>
                    <a:pt x="761" y="34337"/>
                    <a:pt x="741" y="32938"/>
                  </a:cubicBezTo>
                  <a:cubicBezTo>
                    <a:pt x="717" y="31214"/>
                    <a:pt x="693" y="29491"/>
                    <a:pt x="667" y="27770"/>
                  </a:cubicBezTo>
                  <a:cubicBezTo>
                    <a:pt x="642" y="25876"/>
                    <a:pt x="615" y="23982"/>
                    <a:pt x="587" y="22087"/>
                  </a:cubicBezTo>
                  <a:cubicBezTo>
                    <a:pt x="560" y="20148"/>
                    <a:pt x="531" y="18210"/>
                    <a:pt x="503" y="16272"/>
                  </a:cubicBezTo>
                  <a:cubicBezTo>
                    <a:pt x="476" y="14436"/>
                    <a:pt x="448" y="12600"/>
                    <a:pt x="421" y="10764"/>
                  </a:cubicBezTo>
                  <a:cubicBezTo>
                    <a:pt x="397" y="9178"/>
                    <a:pt x="373" y="7591"/>
                    <a:pt x="346" y="6006"/>
                  </a:cubicBezTo>
                  <a:cubicBezTo>
                    <a:pt x="327" y="4796"/>
                    <a:pt x="306" y="3587"/>
                    <a:pt x="285" y="2378"/>
                  </a:cubicBezTo>
                  <a:cubicBezTo>
                    <a:pt x="273" y="1695"/>
                    <a:pt x="262" y="1012"/>
                    <a:pt x="242" y="329"/>
                  </a:cubicBezTo>
                  <a:cubicBezTo>
                    <a:pt x="241" y="257"/>
                    <a:pt x="239" y="185"/>
                    <a:pt x="237" y="114"/>
                  </a:cubicBezTo>
                  <a:cubicBezTo>
                    <a:pt x="233" y="39"/>
                    <a:pt x="173" y="1"/>
                    <a:pt x="1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18"/>
            <p:cNvSpPr/>
            <p:nvPr/>
          </p:nvSpPr>
          <p:spPr>
            <a:xfrm>
              <a:off x="-282087" y="3592027"/>
              <a:ext cx="1367966" cy="24924"/>
            </a:xfrm>
            <a:custGeom>
              <a:avLst/>
              <a:gdLst/>
              <a:ahLst/>
              <a:cxnLst/>
              <a:rect l="l" t="t" r="r" b="b"/>
              <a:pathLst>
                <a:path w="34029" h="620" extrusionOk="0">
                  <a:moveTo>
                    <a:pt x="33879" y="0"/>
                  </a:moveTo>
                  <a:cubicBezTo>
                    <a:pt x="33879" y="0"/>
                    <a:pt x="33879" y="0"/>
                    <a:pt x="33878" y="0"/>
                  </a:cubicBezTo>
                  <a:lnTo>
                    <a:pt x="32971" y="10"/>
                  </a:lnTo>
                  <a:lnTo>
                    <a:pt x="30525" y="38"/>
                  </a:lnTo>
                  <a:lnTo>
                    <a:pt x="26883" y="80"/>
                  </a:lnTo>
                  <a:lnTo>
                    <a:pt x="22470" y="131"/>
                  </a:lnTo>
                  <a:lnTo>
                    <a:pt x="17605" y="186"/>
                  </a:lnTo>
                  <a:lnTo>
                    <a:pt x="12726" y="241"/>
                  </a:lnTo>
                  <a:lnTo>
                    <a:pt x="8146" y="295"/>
                  </a:lnTo>
                  <a:lnTo>
                    <a:pt x="4303" y="339"/>
                  </a:lnTo>
                  <a:lnTo>
                    <a:pt x="1519" y="370"/>
                  </a:lnTo>
                  <a:cubicBezTo>
                    <a:pt x="1083" y="376"/>
                    <a:pt x="645" y="373"/>
                    <a:pt x="208" y="386"/>
                  </a:cubicBezTo>
                  <a:lnTo>
                    <a:pt x="152" y="386"/>
                  </a:lnTo>
                  <a:cubicBezTo>
                    <a:pt x="2" y="387"/>
                    <a:pt x="0" y="619"/>
                    <a:pt x="150" y="619"/>
                  </a:cubicBezTo>
                  <a:cubicBezTo>
                    <a:pt x="151" y="619"/>
                    <a:pt x="151" y="619"/>
                    <a:pt x="152" y="619"/>
                  </a:cubicBezTo>
                  <a:lnTo>
                    <a:pt x="152" y="618"/>
                  </a:lnTo>
                  <a:lnTo>
                    <a:pt x="1058" y="608"/>
                  </a:lnTo>
                  <a:lnTo>
                    <a:pt x="3505" y="580"/>
                  </a:lnTo>
                  <a:lnTo>
                    <a:pt x="7146" y="538"/>
                  </a:lnTo>
                  <a:lnTo>
                    <a:pt x="11559" y="488"/>
                  </a:lnTo>
                  <a:lnTo>
                    <a:pt x="16425" y="432"/>
                  </a:lnTo>
                  <a:lnTo>
                    <a:pt x="21302" y="377"/>
                  </a:lnTo>
                  <a:lnTo>
                    <a:pt x="25882" y="325"/>
                  </a:lnTo>
                  <a:lnTo>
                    <a:pt x="29727" y="281"/>
                  </a:lnTo>
                  <a:lnTo>
                    <a:pt x="32511" y="250"/>
                  </a:lnTo>
                  <a:cubicBezTo>
                    <a:pt x="32946" y="244"/>
                    <a:pt x="33384" y="247"/>
                    <a:pt x="33821" y="234"/>
                  </a:cubicBezTo>
                  <a:lnTo>
                    <a:pt x="33878" y="234"/>
                  </a:lnTo>
                  <a:cubicBezTo>
                    <a:pt x="34028" y="233"/>
                    <a:pt x="34028" y="0"/>
                    <a:pt x="338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18"/>
            <p:cNvSpPr/>
            <p:nvPr/>
          </p:nvSpPr>
          <p:spPr>
            <a:xfrm>
              <a:off x="405278" y="2774700"/>
              <a:ext cx="652888" cy="23276"/>
            </a:xfrm>
            <a:custGeom>
              <a:avLst/>
              <a:gdLst/>
              <a:ahLst/>
              <a:cxnLst/>
              <a:rect l="l" t="t" r="r" b="b"/>
              <a:pathLst>
                <a:path w="16241" h="579" extrusionOk="0">
                  <a:moveTo>
                    <a:pt x="16093" y="0"/>
                  </a:moveTo>
                  <a:cubicBezTo>
                    <a:pt x="16092" y="0"/>
                    <a:pt x="16091" y="0"/>
                    <a:pt x="16091" y="0"/>
                  </a:cubicBezTo>
                  <a:lnTo>
                    <a:pt x="15661" y="10"/>
                  </a:lnTo>
                  <a:lnTo>
                    <a:pt x="14505" y="34"/>
                  </a:lnTo>
                  <a:lnTo>
                    <a:pt x="12784" y="73"/>
                  </a:lnTo>
                  <a:lnTo>
                    <a:pt x="10699" y="117"/>
                  </a:lnTo>
                  <a:lnTo>
                    <a:pt x="8400" y="168"/>
                  </a:lnTo>
                  <a:lnTo>
                    <a:pt x="6095" y="217"/>
                  </a:lnTo>
                  <a:lnTo>
                    <a:pt x="3930" y="264"/>
                  </a:lnTo>
                  <a:lnTo>
                    <a:pt x="2114" y="302"/>
                  </a:lnTo>
                  <a:lnTo>
                    <a:pt x="798" y="330"/>
                  </a:lnTo>
                  <a:cubicBezTo>
                    <a:pt x="592" y="336"/>
                    <a:pt x="386" y="336"/>
                    <a:pt x="179" y="345"/>
                  </a:cubicBezTo>
                  <a:lnTo>
                    <a:pt x="152" y="345"/>
                  </a:lnTo>
                  <a:cubicBezTo>
                    <a:pt x="3" y="347"/>
                    <a:pt x="0" y="578"/>
                    <a:pt x="149" y="578"/>
                  </a:cubicBezTo>
                  <a:cubicBezTo>
                    <a:pt x="150" y="578"/>
                    <a:pt x="151" y="578"/>
                    <a:pt x="152" y="578"/>
                  </a:cubicBezTo>
                  <a:lnTo>
                    <a:pt x="580" y="568"/>
                  </a:lnTo>
                  <a:lnTo>
                    <a:pt x="1736" y="543"/>
                  </a:lnTo>
                  <a:lnTo>
                    <a:pt x="3457" y="506"/>
                  </a:lnTo>
                  <a:lnTo>
                    <a:pt x="5542" y="461"/>
                  </a:lnTo>
                  <a:lnTo>
                    <a:pt x="7841" y="411"/>
                  </a:lnTo>
                  <a:lnTo>
                    <a:pt x="10146" y="362"/>
                  </a:lnTo>
                  <a:lnTo>
                    <a:pt x="12311" y="315"/>
                  </a:lnTo>
                  <a:lnTo>
                    <a:pt x="14129" y="275"/>
                  </a:lnTo>
                  <a:lnTo>
                    <a:pt x="15443" y="247"/>
                  </a:lnTo>
                  <a:cubicBezTo>
                    <a:pt x="15650" y="243"/>
                    <a:pt x="15857" y="241"/>
                    <a:pt x="16064" y="234"/>
                  </a:cubicBezTo>
                  <a:lnTo>
                    <a:pt x="16091" y="234"/>
                  </a:lnTo>
                  <a:cubicBezTo>
                    <a:pt x="16240" y="231"/>
                    <a:pt x="16241" y="0"/>
                    <a:pt x="1609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18"/>
            <p:cNvSpPr/>
            <p:nvPr/>
          </p:nvSpPr>
          <p:spPr>
            <a:xfrm>
              <a:off x="615922" y="2189201"/>
              <a:ext cx="198749" cy="47838"/>
            </a:xfrm>
            <a:custGeom>
              <a:avLst/>
              <a:gdLst/>
              <a:ahLst/>
              <a:cxnLst/>
              <a:rect l="l" t="t" r="r" b="b"/>
              <a:pathLst>
                <a:path w="4944" h="1190" extrusionOk="0">
                  <a:moveTo>
                    <a:pt x="1263" y="1"/>
                  </a:moveTo>
                  <a:cubicBezTo>
                    <a:pt x="333" y="1"/>
                    <a:pt x="0" y="149"/>
                    <a:pt x="37" y="633"/>
                  </a:cubicBezTo>
                  <a:cubicBezTo>
                    <a:pt x="74" y="1116"/>
                    <a:pt x="445" y="1189"/>
                    <a:pt x="1411" y="1189"/>
                  </a:cubicBezTo>
                  <a:cubicBezTo>
                    <a:pt x="2378" y="1189"/>
                    <a:pt x="3531" y="1152"/>
                    <a:pt x="4087" y="1152"/>
                  </a:cubicBezTo>
                  <a:cubicBezTo>
                    <a:pt x="4644" y="1152"/>
                    <a:pt x="4943" y="855"/>
                    <a:pt x="4905" y="557"/>
                  </a:cubicBezTo>
                  <a:cubicBezTo>
                    <a:pt x="4868" y="260"/>
                    <a:pt x="4793" y="38"/>
                    <a:pt x="4012" y="38"/>
                  </a:cubicBezTo>
                  <a:cubicBezTo>
                    <a:pt x="3233" y="38"/>
                    <a:pt x="2118" y="1"/>
                    <a:pt x="12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18"/>
            <p:cNvSpPr/>
            <p:nvPr/>
          </p:nvSpPr>
          <p:spPr>
            <a:xfrm>
              <a:off x="618494" y="3028155"/>
              <a:ext cx="198709" cy="47878"/>
            </a:xfrm>
            <a:custGeom>
              <a:avLst/>
              <a:gdLst/>
              <a:ahLst/>
              <a:cxnLst/>
              <a:rect l="l" t="t" r="r" b="b"/>
              <a:pathLst>
                <a:path w="4943" h="1191" extrusionOk="0">
                  <a:moveTo>
                    <a:pt x="1264" y="1"/>
                  </a:moveTo>
                  <a:cubicBezTo>
                    <a:pt x="335" y="1"/>
                    <a:pt x="0" y="150"/>
                    <a:pt x="37" y="633"/>
                  </a:cubicBezTo>
                  <a:cubicBezTo>
                    <a:pt x="74" y="1117"/>
                    <a:pt x="446" y="1191"/>
                    <a:pt x="1413" y="1191"/>
                  </a:cubicBezTo>
                  <a:cubicBezTo>
                    <a:pt x="2379" y="1191"/>
                    <a:pt x="3530" y="1154"/>
                    <a:pt x="4089" y="1154"/>
                  </a:cubicBezTo>
                  <a:cubicBezTo>
                    <a:pt x="4645" y="1154"/>
                    <a:pt x="4943" y="855"/>
                    <a:pt x="4906" y="559"/>
                  </a:cubicBezTo>
                  <a:cubicBezTo>
                    <a:pt x="4869" y="262"/>
                    <a:pt x="4794" y="39"/>
                    <a:pt x="4014" y="39"/>
                  </a:cubicBezTo>
                  <a:cubicBezTo>
                    <a:pt x="3233" y="39"/>
                    <a:pt x="2119" y="1"/>
                    <a:pt x="126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18"/>
            <p:cNvSpPr/>
            <p:nvPr/>
          </p:nvSpPr>
          <p:spPr>
            <a:xfrm>
              <a:off x="-77594" y="3028155"/>
              <a:ext cx="198749" cy="47878"/>
            </a:xfrm>
            <a:custGeom>
              <a:avLst/>
              <a:gdLst/>
              <a:ahLst/>
              <a:cxnLst/>
              <a:rect l="l" t="t" r="r" b="b"/>
              <a:pathLst>
                <a:path w="4944" h="1191" extrusionOk="0">
                  <a:moveTo>
                    <a:pt x="1263" y="1"/>
                  </a:moveTo>
                  <a:cubicBezTo>
                    <a:pt x="333" y="1"/>
                    <a:pt x="0" y="150"/>
                    <a:pt x="37" y="633"/>
                  </a:cubicBezTo>
                  <a:cubicBezTo>
                    <a:pt x="73" y="1117"/>
                    <a:pt x="445" y="1191"/>
                    <a:pt x="1411" y="1191"/>
                  </a:cubicBezTo>
                  <a:cubicBezTo>
                    <a:pt x="2379" y="1191"/>
                    <a:pt x="3531" y="1154"/>
                    <a:pt x="4087" y="1154"/>
                  </a:cubicBezTo>
                  <a:cubicBezTo>
                    <a:pt x="4646" y="1154"/>
                    <a:pt x="4943" y="855"/>
                    <a:pt x="4905" y="559"/>
                  </a:cubicBezTo>
                  <a:cubicBezTo>
                    <a:pt x="4868" y="262"/>
                    <a:pt x="4794" y="39"/>
                    <a:pt x="4014" y="39"/>
                  </a:cubicBezTo>
                  <a:cubicBezTo>
                    <a:pt x="3233" y="39"/>
                    <a:pt x="2118" y="1"/>
                    <a:pt x="12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18"/>
            <p:cNvSpPr/>
            <p:nvPr/>
          </p:nvSpPr>
          <p:spPr>
            <a:xfrm>
              <a:off x="-38641" y="3778872"/>
              <a:ext cx="198749" cy="47798"/>
            </a:xfrm>
            <a:custGeom>
              <a:avLst/>
              <a:gdLst/>
              <a:ahLst/>
              <a:cxnLst/>
              <a:rect l="l" t="t" r="r" b="b"/>
              <a:pathLst>
                <a:path w="4944" h="1189" extrusionOk="0">
                  <a:moveTo>
                    <a:pt x="1263" y="0"/>
                  </a:moveTo>
                  <a:cubicBezTo>
                    <a:pt x="335" y="0"/>
                    <a:pt x="0" y="148"/>
                    <a:pt x="37" y="632"/>
                  </a:cubicBezTo>
                  <a:cubicBezTo>
                    <a:pt x="74" y="1115"/>
                    <a:pt x="445" y="1189"/>
                    <a:pt x="1411" y="1189"/>
                  </a:cubicBezTo>
                  <a:cubicBezTo>
                    <a:pt x="2378" y="1189"/>
                    <a:pt x="3531" y="1152"/>
                    <a:pt x="4087" y="1152"/>
                  </a:cubicBezTo>
                  <a:cubicBezTo>
                    <a:pt x="4646" y="1152"/>
                    <a:pt x="4943" y="854"/>
                    <a:pt x="4905" y="557"/>
                  </a:cubicBezTo>
                  <a:cubicBezTo>
                    <a:pt x="4868" y="259"/>
                    <a:pt x="4794" y="37"/>
                    <a:pt x="4014" y="37"/>
                  </a:cubicBezTo>
                  <a:cubicBezTo>
                    <a:pt x="3233" y="37"/>
                    <a:pt x="2118" y="0"/>
                    <a:pt x="12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18"/>
            <p:cNvSpPr/>
            <p:nvPr/>
          </p:nvSpPr>
          <p:spPr>
            <a:xfrm>
              <a:off x="615922" y="3768420"/>
              <a:ext cx="198749" cy="47878"/>
            </a:xfrm>
            <a:custGeom>
              <a:avLst/>
              <a:gdLst/>
              <a:ahLst/>
              <a:cxnLst/>
              <a:rect l="l" t="t" r="r" b="b"/>
              <a:pathLst>
                <a:path w="4944" h="1191" extrusionOk="0">
                  <a:moveTo>
                    <a:pt x="1263" y="1"/>
                  </a:moveTo>
                  <a:cubicBezTo>
                    <a:pt x="333" y="1"/>
                    <a:pt x="0" y="150"/>
                    <a:pt x="37" y="633"/>
                  </a:cubicBezTo>
                  <a:cubicBezTo>
                    <a:pt x="74" y="1116"/>
                    <a:pt x="445" y="1191"/>
                    <a:pt x="1411" y="1191"/>
                  </a:cubicBezTo>
                  <a:cubicBezTo>
                    <a:pt x="2378" y="1191"/>
                    <a:pt x="3531" y="1153"/>
                    <a:pt x="4087" y="1153"/>
                  </a:cubicBezTo>
                  <a:cubicBezTo>
                    <a:pt x="4644" y="1153"/>
                    <a:pt x="4943" y="855"/>
                    <a:pt x="4905" y="559"/>
                  </a:cubicBezTo>
                  <a:cubicBezTo>
                    <a:pt x="4868" y="262"/>
                    <a:pt x="4793" y="38"/>
                    <a:pt x="4012" y="38"/>
                  </a:cubicBezTo>
                  <a:cubicBezTo>
                    <a:pt x="3233" y="38"/>
                    <a:pt x="2118" y="1"/>
                    <a:pt x="12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18"/>
            <p:cNvSpPr/>
            <p:nvPr/>
          </p:nvSpPr>
          <p:spPr>
            <a:xfrm>
              <a:off x="-156827" y="2070695"/>
              <a:ext cx="423748" cy="430542"/>
            </a:xfrm>
            <a:custGeom>
              <a:avLst/>
              <a:gdLst/>
              <a:ahLst/>
              <a:cxnLst/>
              <a:rect l="l" t="t" r="r" b="b"/>
              <a:pathLst>
                <a:path w="10541" h="10710" extrusionOk="0">
                  <a:moveTo>
                    <a:pt x="3783" y="1"/>
                  </a:moveTo>
                  <a:cubicBezTo>
                    <a:pt x="3499" y="1"/>
                    <a:pt x="2763" y="236"/>
                    <a:pt x="2846" y="3430"/>
                  </a:cubicBezTo>
                  <a:cubicBezTo>
                    <a:pt x="2929" y="6666"/>
                    <a:pt x="3347" y="8227"/>
                    <a:pt x="4017" y="9956"/>
                  </a:cubicBezTo>
                  <a:cubicBezTo>
                    <a:pt x="4017" y="9956"/>
                    <a:pt x="3486" y="9426"/>
                    <a:pt x="2595" y="7920"/>
                  </a:cubicBezTo>
                  <a:cubicBezTo>
                    <a:pt x="1719" y="6442"/>
                    <a:pt x="1213" y="5664"/>
                    <a:pt x="639" y="5664"/>
                  </a:cubicBezTo>
                  <a:cubicBezTo>
                    <a:pt x="629" y="5664"/>
                    <a:pt x="618" y="5664"/>
                    <a:pt x="607" y="5664"/>
                  </a:cubicBezTo>
                  <a:cubicBezTo>
                    <a:pt x="22" y="5693"/>
                    <a:pt x="1" y="6665"/>
                    <a:pt x="781" y="7920"/>
                  </a:cubicBezTo>
                  <a:cubicBezTo>
                    <a:pt x="1563" y="9175"/>
                    <a:pt x="2344" y="10067"/>
                    <a:pt x="3989" y="10485"/>
                  </a:cubicBezTo>
                  <a:cubicBezTo>
                    <a:pt x="3989" y="10485"/>
                    <a:pt x="3915" y="10710"/>
                    <a:pt x="4771" y="10710"/>
                  </a:cubicBezTo>
                  <a:cubicBezTo>
                    <a:pt x="5085" y="10710"/>
                    <a:pt x="5523" y="10680"/>
                    <a:pt x="6136" y="10597"/>
                  </a:cubicBezTo>
                  <a:cubicBezTo>
                    <a:pt x="10235" y="8506"/>
                    <a:pt x="10541" y="5912"/>
                    <a:pt x="9984" y="5662"/>
                  </a:cubicBezTo>
                  <a:cubicBezTo>
                    <a:pt x="9963" y="5652"/>
                    <a:pt x="9940" y="5648"/>
                    <a:pt x="9916" y="5648"/>
                  </a:cubicBezTo>
                  <a:cubicBezTo>
                    <a:pt x="9277" y="5648"/>
                    <a:pt x="7348" y="8664"/>
                    <a:pt x="5523" y="9845"/>
                  </a:cubicBezTo>
                  <a:cubicBezTo>
                    <a:pt x="7251" y="7223"/>
                    <a:pt x="9399" y="2874"/>
                    <a:pt x="8757" y="2205"/>
                  </a:cubicBezTo>
                  <a:cubicBezTo>
                    <a:pt x="8652" y="2095"/>
                    <a:pt x="8497" y="2032"/>
                    <a:pt x="8311" y="2032"/>
                  </a:cubicBezTo>
                  <a:cubicBezTo>
                    <a:pt x="7782" y="2032"/>
                    <a:pt x="6997" y="2539"/>
                    <a:pt x="6357" y="3921"/>
                  </a:cubicBezTo>
                  <a:cubicBezTo>
                    <a:pt x="5493" y="5789"/>
                    <a:pt x="5607" y="8339"/>
                    <a:pt x="4880" y="9705"/>
                  </a:cubicBezTo>
                  <a:cubicBezTo>
                    <a:pt x="4880" y="9705"/>
                    <a:pt x="5026" y="6730"/>
                    <a:pt x="4969" y="4890"/>
                  </a:cubicBezTo>
                  <a:cubicBezTo>
                    <a:pt x="4912" y="3049"/>
                    <a:pt x="4289" y="11"/>
                    <a:pt x="3793" y="1"/>
                  </a:cubicBezTo>
                  <a:cubicBezTo>
                    <a:pt x="3790" y="1"/>
                    <a:pt x="3786" y="1"/>
                    <a:pt x="37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18"/>
            <p:cNvSpPr/>
            <p:nvPr/>
          </p:nvSpPr>
          <p:spPr>
            <a:xfrm>
              <a:off x="-150596" y="2475378"/>
              <a:ext cx="376111" cy="330082"/>
            </a:xfrm>
            <a:custGeom>
              <a:avLst/>
              <a:gdLst/>
              <a:ahLst/>
              <a:cxnLst/>
              <a:rect l="l" t="t" r="r" b="b"/>
              <a:pathLst>
                <a:path w="9356" h="8211" extrusionOk="0">
                  <a:moveTo>
                    <a:pt x="935" y="0"/>
                  </a:moveTo>
                  <a:cubicBezTo>
                    <a:pt x="558" y="0"/>
                    <a:pt x="126" y="251"/>
                    <a:pt x="126" y="614"/>
                  </a:cubicBezTo>
                  <a:cubicBezTo>
                    <a:pt x="0" y="2539"/>
                    <a:pt x="393" y="7674"/>
                    <a:pt x="3166" y="8080"/>
                  </a:cubicBezTo>
                  <a:cubicBezTo>
                    <a:pt x="3699" y="8155"/>
                    <a:pt x="4296" y="8211"/>
                    <a:pt x="4921" y="8211"/>
                  </a:cubicBezTo>
                  <a:cubicBezTo>
                    <a:pt x="5548" y="8211"/>
                    <a:pt x="6203" y="8154"/>
                    <a:pt x="6850" y="8003"/>
                  </a:cubicBezTo>
                  <a:cubicBezTo>
                    <a:pt x="8398" y="7334"/>
                    <a:pt x="9356" y="5466"/>
                    <a:pt x="9272" y="697"/>
                  </a:cubicBezTo>
                  <a:cubicBezTo>
                    <a:pt x="9272" y="363"/>
                    <a:pt x="9175" y="0"/>
                    <a:pt x="863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18"/>
            <p:cNvSpPr/>
            <p:nvPr/>
          </p:nvSpPr>
          <p:spPr>
            <a:xfrm>
              <a:off x="471084" y="1794568"/>
              <a:ext cx="564529" cy="20381"/>
            </a:xfrm>
            <a:custGeom>
              <a:avLst/>
              <a:gdLst/>
              <a:ahLst/>
              <a:cxnLst/>
              <a:rect l="l" t="t" r="r" b="b"/>
              <a:pathLst>
                <a:path w="14043" h="507" extrusionOk="0">
                  <a:moveTo>
                    <a:pt x="151" y="0"/>
                  </a:moveTo>
                  <a:cubicBezTo>
                    <a:pt x="1" y="0"/>
                    <a:pt x="1" y="233"/>
                    <a:pt x="151" y="234"/>
                  </a:cubicBezTo>
                  <a:cubicBezTo>
                    <a:pt x="597" y="235"/>
                    <a:pt x="1038" y="295"/>
                    <a:pt x="1478" y="363"/>
                  </a:cubicBezTo>
                  <a:cubicBezTo>
                    <a:pt x="1694" y="396"/>
                    <a:pt x="1911" y="438"/>
                    <a:pt x="2129" y="456"/>
                  </a:cubicBezTo>
                  <a:cubicBezTo>
                    <a:pt x="2355" y="475"/>
                    <a:pt x="2583" y="486"/>
                    <a:pt x="2812" y="493"/>
                  </a:cubicBezTo>
                  <a:cubicBezTo>
                    <a:pt x="3113" y="503"/>
                    <a:pt x="3415" y="506"/>
                    <a:pt x="3717" y="506"/>
                  </a:cubicBezTo>
                  <a:cubicBezTo>
                    <a:pt x="4328" y="506"/>
                    <a:pt x="4939" y="491"/>
                    <a:pt x="5548" y="479"/>
                  </a:cubicBezTo>
                  <a:cubicBezTo>
                    <a:pt x="7369" y="439"/>
                    <a:pt x="9191" y="398"/>
                    <a:pt x="11010" y="323"/>
                  </a:cubicBezTo>
                  <a:cubicBezTo>
                    <a:pt x="11970" y="284"/>
                    <a:pt x="12932" y="322"/>
                    <a:pt x="13893" y="277"/>
                  </a:cubicBezTo>
                  <a:cubicBezTo>
                    <a:pt x="14039" y="270"/>
                    <a:pt x="14043" y="43"/>
                    <a:pt x="13899" y="43"/>
                  </a:cubicBezTo>
                  <a:cubicBezTo>
                    <a:pt x="13897" y="43"/>
                    <a:pt x="13895" y="43"/>
                    <a:pt x="13893" y="43"/>
                  </a:cubicBezTo>
                  <a:cubicBezTo>
                    <a:pt x="13463" y="63"/>
                    <a:pt x="13034" y="65"/>
                    <a:pt x="12605" y="65"/>
                  </a:cubicBezTo>
                  <a:cubicBezTo>
                    <a:pt x="12516" y="65"/>
                    <a:pt x="12426" y="65"/>
                    <a:pt x="12337" y="65"/>
                  </a:cubicBezTo>
                  <a:cubicBezTo>
                    <a:pt x="11997" y="65"/>
                    <a:pt x="11658" y="66"/>
                    <a:pt x="11319" y="77"/>
                  </a:cubicBezTo>
                  <a:cubicBezTo>
                    <a:pt x="10410" y="107"/>
                    <a:pt x="9502" y="146"/>
                    <a:pt x="8594" y="172"/>
                  </a:cubicBezTo>
                  <a:cubicBezTo>
                    <a:pt x="7689" y="199"/>
                    <a:pt x="6782" y="220"/>
                    <a:pt x="5877" y="238"/>
                  </a:cubicBezTo>
                  <a:cubicBezTo>
                    <a:pt x="5141" y="254"/>
                    <a:pt x="4405" y="271"/>
                    <a:pt x="3669" y="271"/>
                  </a:cubicBezTo>
                  <a:cubicBezTo>
                    <a:pt x="3493" y="271"/>
                    <a:pt x="3316" y="270"/>
                    <a:pt x="3140" y="268"/>
                  </a:cubicBezTo>
                  <a:cubicBezTo>
                    <a:pt x="2884" y="264"/>
                    <a:pt x="2629" y="257"/>
                    <a:pt x="2374" y="241"/>
                  </a:cubicBezTo>
                  <a:cubicBezTo>
                    <a:pt x="2127" y="226"/>
                    <a:pt x="1886" y="192"/>
                    <a:pt x="1643" y="153"/>
                  </a:cubicBezTo>
                  <a:cubicBezTo>
                    <a:pt x="1150" y="77"/>
                    <a:pt x="651" y="2"/>
                    <a:pt x="15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18"/>
            <p:cNvSpPr/>
            <p:nvPr/>
          </p:nvSpPr>
          <p:spPr>
            <a:xfrm>
              <a:off x="674733" y="1762489"/>
              <a:ext cx="155172" cy="46672"/>
            </a:xfrm>
            <a:custGeom>
              <a:avLst/>
              <a:gdLst/>
              <a:ahLst/>
              <a:cxnLst/>
              <a:rect l="l" t="t" r="r" b="b"/>
              <a:pathLst>
                <a:path w="3860" h="1161" extrusionOk="0">
                  <a:moveTo>
                    <a:pt x="329" y="304"/>
                  </a:moveTo>
                  <a:lnTo>
                    <a:pt x="319" y="308"/>
                  </a:lnTo>
                  <a:lnTo>
                    <a:pt x="319" y="308"/>
                  </a:lnTo>
                  <a:cubicBezTo>
                    <a:pt x="322" y="307"/>
                    <a:pt x="326" y="305"/>
                    <a:pt x="329" y="304"/>
                  </a:cubicBezTo>
                  <a:close/>
                  <a:moveTo>
                    <a:pt x="269" y="328"/>
                  </a:moveTo>
                  <a:lnTo>
                    <a:pt x="266" y="332"/>
                  </a:lnTo>
                  <a:lnTo>
                    <a:pt x="266" y="332"/>
                  </a:lnTo>
                  <a:cubicBezTo>
                    <a:pt x="267" y="331"/>
                    <a:pt x="268" y="329"/>
                    <a:pt x="269" y="328"/>
                  </a:cubicBezTo>
                  <a:close/>
                  <a:moveTo>
                    <a:pt x="256" y="344"/>
                  </a:moveTo>
                  <a:lnTo>
                    <a:pt x="255" y="346"/>
                  </a:lnTo>
                  <a:lnTo>
                    <a:pt x="255" y="346"/>
                  </a:lnTo>
                  <a:cubicBezTo>
                    <a:pt x="255" y="345"/>
                    <a:pt x="256" y="345"/>
                    <a:pt x="256" y="345"/>
                  </a:cubicBezTo>
                  <a:lnTo>
                    <a:pt x="256" y="345"/>
                  </a:lnTo>
                  <a:lnTo>
                    <a:pt x="255" y="346"/>
                  </a:lnTo>
                  <a:lnTo>
                    <a:pt x="255" y="346"/>
                  </a:lnTo>
                  <a:lnTo>
                    <a:pt x="255" y="347"/>
                  </a:lnTo>
                  <a:lnTo>
                    <a:pt x="255" y="347"/>
                  </a:lnTo>
                  <a:lnTo>
                    <a:pt x="255" y="347"/>
                  </a:lnTo>
                  <a:cubicBezTo>
                    <a:pt x="255" y="346"/>
                    <a:pt x="255" y="346"/>
                    <a:pt x="255" y="346"/>
                  </a:cubicBezTo>
                  <a:lnTo>
                    <a:pt x="255" y="346"/>
                  </a:lnTo>
                  <a:lnTo>
                    <a:pt x="250" y="349"/>
                  </a:lnTo>
                  <a:cubicBezTo>
                    <a:pt x="252" y="348"/>
                    <a:pt x="253" y="347"/>
                    <a:pt x="255" y="346"/>
                  </a:cubicBezTo>
                  <a:lnTo>
                    <a:pt x="255" y="346"/>
                  </a:lnTo>
                  <a:cubicBezTo>
                    <a:pt x="255" y="346"/>
                    <a:pt x="255" y="346"/>
                    <a:pt x="255" y="346"/>
                  </a:cubicBezTo>
                  <a:lnTo>
                    <a:pt x="255" y="346"/>
                  </a:lnTo>
                  <a:lnTo>
                    <a:pt x="255" y="346"/>
                  </a:lnTo>
                  <a:lnTo>
                    <a:pt x="255" y="346"/>
                  </a:lnTo>
                  <a:lnTo>
                    <a:pt x="255" y="346"/>
                  </a:lnTo>
                  <a:cubicBezTo>
                    <a:pt x="255" y="346"/>
                    <a:pt x="255" y="346"/>
                    <a:pt x="255" y="346"/>
                  </a:cubicBezTo>
                  <a:lnTo>
                    <a:pt x="255" y="346"/>
                  </a:lnTo>
                  <a:cubicBezTo>
                    <a:pt x="255" y="345"/>
                    <a:pt x="256" y="344"/>
                    <a:pt x="256" y="344"/>
                  </a:cubicBezTo>
                  <a:close/>
                  <a:moveTo>
                    <a:pt x="254" y="348"/>
                  </a:moveTo>
                  <a:lnTo>
                    <a:pt x="253" y="350"/>
                  </a:lnTo>
                  <a:lnTo>
                    <a:pt x="253" y="350"/>
                  </a:lnTo>
                  <a:cubicBezTo>
                    <a:pt x="254" y="349"/>
                    <a:pt x="254" y="349"/>
                    <a:pt x="254" y="348"/>
                  </a:cubicBezTo>
                  <a:lnTo>
                    <a:pt x="254" y="348"/>
                  </a:lnTo>
                  <a:cubicBezTo>
                    <a:pt x="254" y="348"/>
                    <a:pt x="254" y="348"/>
                    <a:pt x="254" y="348"/>
                  </a:cubicBezTo>
                  <a:close/>
                  <a:moveTo>
                    <a:pt x="248" y="363"/>
                  </a:moveTo>
                  <a:lnTo>
                    <a:pt x="244" y="372"/>
                  </a:lnTo>
                  <a:cubicBezTo>
                    <a:pt x="246" y="369"/>
                    <a:pt x="247" y="366"/>
                    <a:pt x="248" y="363"/>
                  </a:cubicBezTo>
                  <a:close/>
                  <a:moveTo>
                    <a:pt x="238" y="407"/>
                  </a:moveTo>
                  <a:lnTo>
                    <a:pt x="236" y="419"/>
                  </a:lnTo>
                  <a:cubicBezTo>
                    <a:pt x="236" y="415"/>
                    <a:pt x="237" y="411"/>
                    <a:pt x="238" y="407"/>
                  </a:cubicBezTo>
                  <a:close/>
                  <a:moveTo>
                    <a:pt x="242" y="542"/>
                  </a:moveTo>
                  <a:lnTo>
                    <a:pt x="244" y="560"/>
                  </a:lnTo>
                  <a:cubicBezTo>
                    <a:pt x="244" y="554"/>
                    <a:pt x="243" y="548"/>
                    <a:pt x="242" y="542"/>
                  </a:cubicBezTo>
                  <a:close/>
                  <a:moveTo>
                    <a:pt x="944" y="1"/>
                  </a:moveTo>
                  <a:cubicBezTo>
                    <a:pt x="814" y="1"/>
                    <a:pt x="684" y="6"/>
                    <a:pt x="555" y="21"/>
                  </a:cubicBezTo>
                  <a:cubicBezTo>
                    <a:pt x="430" y="36"/>
                    <a:pt x="308" y="56"/>
                    <a:pt x="195" y="110"/>
                  </a:cubicBezTo>
                  <a:cubicBezTo>
                    <a:pt x="140" y="133"/>
                    <a:pt x="93" y="172"/>
                    <a:pt x="57" y="220"/>
                  </a:cubicBezTo>
                  <a:cubicBezTo>
                    <a:pt x="16" y="286"/>
                    <a:pt x="4" y="366"/>
                    <a:pt x="2" y="441"/>
                  </a:cubicBezTo>
                  <a:cubicBezTo>
                    <a:pt x="1" y="594"/>
                    <a:pt x="45" y="746"/>
                    <a:pt x="74" y="895"/>
                  </a:cubicBezTo>
                  <a:cubicBezTo>
                    <a:pt x="80" y="925"/>
                    <a:pt x="86" y="955"/>
                    <a:pt x="91" y="986"/>
                  </a:cubicBezTo>
                  <a:lnTo>
                    <a:pt x="91" y="986"/>
                  </a:lnTo>
                  <a:lnTo>
                    <a:pt x="87" y="961"/>
                  </a:lnTo>
                  <a:lnTo>
                    <a:pt x="87" y="961"/>
                  </a:lnTo>
                  <a:cubicBezTo>
                    <a:pt x="89" y="971"/>
                    <a:pt x="90" y="980"/>
                    <a:pt x="91" y="990"/>
                  </a:cubicBezTo>
                  <a:lnTo>
                    <a:pt x="91" y="990"/>
                  </a:lnTo>
                  <a:cubicBezTo>
                    <a:pt x="91" y="988"/>
                    <a:pt x="91" y="987"/>
                    <a:pt x="91" y="986"/>
                  </a:cubicBezTo>
                  <a:lnTo>
                    <a:pt x="91" y="986"/>
                  </a:lnTo>
                  <a:lnTo>
                    <a:pt x="91" y="990"/>
                  </a:lnTo>
                  <a:lnTo>
                    <a:pt x="91" y="990"/>
                  </a:lnTo>
                  <a:cubicBezTo>
                    <a:pt x="91" y="990"/>
                    <a:pt x="91" y="990"/>
                    <a:pt x="91" y="990"/>
                  </a:cubicBezTo>
                  <a:lnTo>
                    <a:pt x="91" y="990"/>
                  </a:lnTo>
                  <a:cubicBezTo>
                    <a:pt x="91" y="991"/>
                    <a:pt x="91" y="992"/>
                    <a:pt x="91" y="992"/>
                  </a:cubicBezTo>
                  <a:lnTo>
                    <a:pt x="91" y="990"/>
                  </a:lnTo>
                  <a:lnTo>
                    <a:pt x="91" y="990"/>
                  </a:lnTo>
                  <a:cubicBezTo>
                    <a:pt x="93" y="1008"/>
                    <a:pt x="94" y="1025"/>
                    <a:pt x="94" y="1043"/>
                  </a:cubicBezTo>
                  <a:cubicBezTo>
                    <a:pt x="94" y="1103"/>
                    <a:pt x="144" y="1160"/>
                    <a:pt x="206" y="1160"/>
                  </a:cubicBezTo>
                  <a:cubicBezTo>
                    <a:pt x="208" y="1160"/>
                    <a:pt x="209" y="1160"/>
                    <a:pt x="210" y="1160"/>
                  </a:cubicBezTo>
                  <a:cubicBezTo>
                    <a:pt x="274" y="1160"/>
                    <a:pt x="326" y="1108"/>
                    <a:pt x="328" y="1044"/>
                  </a:cubicBezTo>
                  <a:lnTo>
                    <a:pt x="328" y="1044"/>
                  </a:lnTo>
                  <a:cubicBezTo>
                    <a:pt x="328" y="1045"/>
                    <a:pt x="328" y="1045"/>
                    <a:pt x="328" y="1045"/>
                  </a:cubicBezTo>
                  <a:lnTo>
                    <a:pt x="328" y="1043"/>
                  </a:lnTo>
                  <a:cubicBezTo>
                    <a:pt x="328" y="1044"/>
                    <a:pt x="328" y="1044"/>
                    <a:pt x="328" y="1044"/>
                  </a:cubicBezTo>
                  <a:lnTo>
                    <a:pt x="328" y="1044"/>
                  </a:lnTo>
                  <a:cubicBezTo>
                    <a:pt x="324" y="958"/>
                    <a:pt x="312" y="872"/>
                    <a:pt x="291" y="788"/>
                  </a:cubicBezTo>
                  <a:cubicBezTo>
                    <a:pt x="273" y="706"/>
                    <a:pt x="254" y="622"/>
                    <a:pt x="241" y="537"/>
                  </a:cubicBezTo>
                  <a:lnTo>
                    <a:pt x="241" y="537"/>
                  </a:lnTo>
                  <a:cubicBezTo>
                    <a:pt x="236" y="491"/>
                    <a:pt x="235" y="444"/>
                    <a:pt x="239" y="397"/>
                  </a:cubicBezTo>
                  <a:lnTo>
                    <a:pt x="239" y="397"/>
                  </a:lnTo>
                  <a:cubicBezTo>
                    <a:pt x="242" y="384"/>
                    <a:pt x="246" y="371"/>
                    <a:pt x="250" y="358"/>
                  </a:cubicBezTo>
                  <a:lnTo>
                    <a:pt x="250" y="358"/>
                  </a:lnTo>
                  <a:cubicBezTo>
                    <a:pt x="252" y="354"/>
                    <a:pt x="254" y="350"/>
                    <a:pt x="257" y="346"/>
                  </a:cubicBezTo>
                  <a:lnTo>
                    <a:pt x="257" y="346"/>
                  </a:lnTo>
                  <a:cubicBezTo>
                    <a:pt x="260" y="343"/>
                    <a:pt x="263" y="340"/>
                    <a:pt x="266" y="338"/>
                  </a:cubicBezTo>
                  <a:lnTo>
                    <a:pt x="266" y="338"/>
                  </a:lnTo>
                  <a:lnTo>
                    <a:pt x="258" y="344"/>
                  </a:lnTo>
                  <a:lnTo>
                    <a:pt x="258" y="344"/>
                  </a:lnTo>
                  <a:cubicBezTo>
                    <a:pt x="258" y="344"/>
                    <a:pt x="258" y="344"/>
                    <a:pt x="258" y="343"/>
                  </a:cubicBezTo>
                  <a:lnTo>
                    <a:pt x="258" y="343"/>
                  </a:lnTo>
                  <a:cubicBezTo>
                    <a:pt x="262" y="340"/>
                    <a:pt x="266" y="338"/>
                    <a:pt x="270" y="335"/>
                  </a:cubicBezTo>
                  <a:lnTo>
                    <a:pt x="270" y="335"/>
                  </a:lnTo>
                  <a:cubicBezTo>
                    <a:pt x="269" y="336"/>
                    <a:pt x="268" y="337"/>
                    <a:pt x="266" y="338"/>
                  </a:cubicBezTo>
                  <a:lnTo>
                    <a:pt x="266" y="338"/>
                  </a:lnTo>
                  <a:lnTo>
                    <a:pt x="272" y="334"/>
                  </a:lnTo>
                  <a:lnTo>
                    <a:pt x="272" y="334"/>
                  </a:lnTo>
                  <a:cubicBezTo>
                    <a:pt x="271" y="334"/>
                    <a:pt x="271" y="335"/>
                    <a:pt x="270" y="335"/>
                  </a:cubicBezTo>
                  <a:lnTo>
                    <a:pt x="270" y="335"/>
                  </a:lnTo>
                  <a:cubicBezTo>
                    <a:pt x="272" y="334"/>
                    <a:pt x="273" y="333"/>
                    <a:pt x="274" y="332"/>
                  </a:cubicBezTo>
                  <a:lnTo>
                    <a:pt x="274" y="332"/>
                  </a:lnTo>
                  <a:lnTo>
                    <a:pt x="272" y="334"/>
                  </a:lnTo>
                  <a:lnTo>
                    <a:pt x="272" y="334"/>
                  </a:lnTo>
                  <a:cubicBezTo>
                    <a:pt x="284" y="326"/>
                    <a:pt x="297" y="319"/>
                    <a:pt x="310" y="312"/>
                  </a:cubicBezTo>
                  <a:lnTo>
                    <a:pt x="310" y="312"/>
                  </a:lnTo>
                  <a:cubicBezTo>
                    <a:pt x="390" y="283"/>
                    <a:pt x="474" y="263"/>
                    <a:pt x="559" y="253"/>
                  </a:cubicBezTo>
                  <a:lnTo>
                    <a:pt x="559" y="253"/>
                  </a:lnTo>
                  <a:lnTo>
                    <a:pt x="528" y="257"/>
                  </a:lnTo>
                  <a:cubicBezTo>
                    <a:pt x="669" y="241"/>
                    <a:pt x="811" y="233"/>
                    <a:pt x="953" y="233"/>
                  </a:cubicBezTo>
                  <a:cubicBezTo>
                    <a:pt x="989" y="233"/>
                    <a:pt x="1025" y="233"/>
                    <a:pt x="1062" y="235"/>
                  </a:cubicBezTo>
                  <a:cubicBezTo>
                    <a:pt x="1197" y="236"/>
                    <a:pt x="1330" y="243"/>
                    <a:pt x="1465" y="243"/>
                  </a:cubicBezTo>
                  <a:cubicBezTo>
                    <a:pt x="1476" y="243"/>
                    <a:pt x="1487" y="243"/>
                    <a:pt x="1498" y="243"/>
                  </a:cubicBezTo>
                  <a:cubicBezTo>
                    <a:pt x="1620" y="242"/>
                    <a:pt x="1743" y="237"/>
                    <a:pt x="1865" y="237"/>
                  </a:cubicBezTo>
                  <a:cubicBezTo>
                    <a:pt x="1993" y="237"/>
                    <a:pt x="2120" y="239"/>
                    <a:pt x="2248" y="243"/>
                  </a:cubicBezTo>
                  <a:cubicBezTo>
                    <a:pt x="2480" y="250"/>
                    <a:pt x="2712" y="263"/>
                    <a:pt x="2943" y="274"/>
                  </a:cubicBezTo>
                  <a:cubicBezTo>
                    <a:pt x="3171" y="287"/>
                    <a:pt x="3399" y="296"/>
                    <a:pt x="3627" y="298"/>
                  </a:cubicBezTo>
                  <a:lnTo>
                    <a:pt x="3627" y="298"/>
                  </a:lnTo>
                  <a:cubicBezTo>
                    <a:pt x="3627" y="524"/>
                    <a:pt x="3624" y="751"/>
                    <a:pt x="3593" y="975"/>
                  </a:cubicBezTo>
                  <a:lnTo>
                    <a:pt x="3598" y="944"/>
                  </a:lnTo>
                  <a:lnTo>
                    <a:pt x="3598" y="944"/>
                  </a:lnTo>
                  <a:cubicBezTo>
                    <a:pt x="3595" y="967"/>
                    <a:pt x="3592" y="990"/>
                    <a:pt x="3588" y="1012"/>
                  </a:cubicBezTo>
                  <a:cubicBezTo>
                    <a:pt x="3581" y="1042"/>
                    <a:pt x="3585" y="1075"/>
                    <a:pt x="3601" y="1101"/>
                  </a:cubicBezTo>
                  <a:cubicBezTo>
                    <a:pt x="3621" y="1139"/>
                    <a:pt x="3660" y="1160"/>
                    <a:pt x="3700" y="1160"/>
                  </a:cubicBezTo>
                  <a:cubicBezTo>
                    <a:pt x="3720" y="1160"/>
                    <a:pt x="3741" y="1155"/>
                    <a:pt x="3759" y="1144"/>
                  </a:cubicBezTo>
                  <a:cubicBezTo>
                    <a:pt x="3786" y="1128"/>
                    <a:pt x="3805" y="1103"/>
                    <a:pt x="3813" y="1075"/>
                  </a:cubicBezTo>
                  <a:cubicBezTo>
                    <a:pt x="3850" y="845"/>
                    <a:pt x="3857" y="614"/>
                    <a:pt x="3860" y="383"/>
                  </a:cubicBezTo>
                  <a:lnTo>
                    <a:pt x="3860" y="182"/>
                  </a:lnTo>
                  <a:cubicBezTo>
                    <a:pt x="3858" y="118"/>
                    <a:pt x="3806" y="66"/>
                    <a:pt x="3742" y="66"/>
                  </a:cubicBezTo>
                  <a:cubicBezTo>
                    <a:pt x="3401" y="66"/>
                    <a:pt x="3061" y="48"/>
                    <a:pt x="2719" y="31"/>
                  </a:cubicBezTo>
                  <a:cubicBezTo>
                    <a:pt x="2430" y="16"/>
                    <a:pt x="2139" y="4"/>
                    <a:pt x="1848" y="4"/>
                  </a:cubicBezTo>
                  <a:cubicBezTo>
                    <a:pt x="1779" y="4"/>
                    <a:pt x="1710" y="5"/>
                    <a:pt x="1641" y="6"/>
                  </a:cubicBezTo>
                  <a:cubicBezTo>
                    <a:pt x="1586" y="8"/>
                    <a:pt x="1531" y="9"/>
                    <a:pt x="1476" y="9"/>
                  </a:cubicBezTo>
                  <a:cubicBezTo>
                    <a:pt x="1421" y="9"/>
                    <a:pt x="1366" y="8"/>
                    <a:pt x="1311" y="6"/>
                  </a:cubicBezTo>
                  <a:cubicBezTo>
                    <a:pt x="1189" y="4"/>
                    <a:pt x="1066" y="1"/>
                    <a:pt x="9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18" name="Google Shape;618;p18"/>
          <p:cNvSpPr/>
          <p:nvPr/>
        </p:nvSpPr>
        <p:spPr>
          <a:xfrm>
            <a:off x="985048" y="410376"/>
            <a:ext cx="1897054" cy="279924"/>
          </a:xfrm>
          <a:custGeom>
            <a:avLst/>
            <a:gdLst/>
            <a:ahLst/>
            <a:cxnLst/>
            <a:rect l="l" t="t" r="r" b="b"/>
            <a:pathLst>
              <a:path w="39360" h="4442" extrusionOk="0">
                <a:moveTo>
                  <a:pt x="4442" y="0"/>
                </a:moveTo>
                <a:cubicBezTo>
                  <a:pt x="1989" y="0"/>
                  <a:pt x="1" y="1989"/>
                  <a:pt x="1" y="4441"/>
                </a:cubicBezTo>
                <a:lnTo>
                  <a:pt x="39360" y="4441"/>
                </a:lnTo>
                <a:cubicBezTo>
                  <a:pt x="39360" y="1989"/>
                  <a:pt x="37372" y="0"/>
                  <a:pt x="3491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9" name="Google Shape;619;p18"/>
          <p:cNvSpPr/>
          <p:nvPr/>
        </p:nvSpPr>
        <p:spPr>
          <a:xfrm>
            <a:off x="1376800" y="-2"/>
            <a:ext cx="33015" cy="517454"/>
          </a:xfrm>
          <a:custGeom>
            <a:avLst/>
            <a:gdLst/>
            <a:ahLst/>
            <a:cxnLst/>
            <a:rect l="l" t="t" r="r" b="b"/>
            <a:pathLst>
              <a:path w="685" h="19308" extrusionOk="0">
                <a:moveTo>
                  <a:pt x="0" y="0"/>
                </a:moveTo>
                <a:lnTo>
                  <a:pt x="0" y="19308"/>
                </a:lnTo>
                <a:lnTo>
                  <a:pt x="685" y="19308"/>
                </a:lnTo>
                <a:lnTo>
                  <a:pt x="685" y="0"/>
                </a:lnTo>
                <a:close/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0" name="Google Shape;620;p18"/>
          <p:cNvSpPr/>
          <p:nvPr/>
        </p:nvSpPr>
        <p:spPr>
          <a:xfrm>
            <a:off x="2423783" y="-2"/>
            <a:ext cx="32967" cy="517454"/>
          </a:xfrm>
          <a:custGeom>
            <a:avLst/>
            <a:gdLst/>
            <a:ahLst/>
            <a:cxnLst/>
            <a:rect l="l" t="t" r="r" b="b"/>
            <a:pathLst>
              <a:path w="684" h="19308" extrusionOk="0">
                <a:moveTo>
                  <a:pt x="0" y="0"/>
                </a:moveTo>
                <a:lnTo>
                  <a:pt x="0" y="19308"/>
                </a:lnTo>
                <a:lnTo>
                  <a:pt x="683" y="19308"/>
                </a:lnTo>
                <a:lnTo>
                  <a:pt x="683" y="0"/>
                </a:lnTo>
                <a:close/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1" name="Google Shape;621;p18"/>
          <p:cNvSpPr/>
          <p:nvPr/>
        </p:nvSpPr>
        <p:spPr>
          <a:xfrm>
            <a:off x="413700" y="319350"/>
            <a:ext cx="8316600" cy="4504800"/>
          </a:xfrm>
          <a:prstGeom prst="rect">
            <a:avLst/>
          </a:prstGeom>
          <a:solidFill>
            <a:srgbClr val="FFFFFF">
              <a:alpha val="844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2" name="Google Shape;622;p18"/>
          <p:cNvSpPr txBox="1">
            <a:spLocks noGrp="1"/>
          </p:cNvSpPr>
          <p:nvPr>
            <p:ph type="title"/>
          </p:nvPr>
        </p:nvSpPr>
        <p:spPr>
          <a:xfrm>
            <a:off x="946763" y="1007100"/>
            <a:ext cx="3105000" cy="201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623" name="Google Shape;623;p18"/>
          <p:cNvSpPr txBox="1">
            <a:spLocks noGrp="1"/>
          </p:cNvSpPr>
          <p:nvPr>
            <p:ph type="subTitle" idx="1"/>
          </p:nvPr>
        </p:nvSpPr>
        <p:spPr>
          <a:xfrm>
            <a:off x="946763" y="3020100"/>
            <a:ext cx="3108900" cy="111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4" name="Google Shape;624;p18"/>
          <p:cNvSpPr>
            <a:spLocks noGrp="1"/>
          </p:cNvSpPr>
          <p:nvPr>
            <p:ph type="pic" idx="2"/>
          </p:nvPr>
        </p:nvSpPr>
        <p:spPr>
          <a:xfrm>
            <a:off x="4504313" y="1215563"/>
            <a:ext cx="3693000" cy="2712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19"/>
          <p:cNvSpPr/>
          <p:nvPr/>
        </p:nvSpPr>
        <p:spPr>
          <a:xfrm flipH="1">
            <a:off x="-44778" y="4286250"/>
            <a:ext cx="9235500" cy="866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7" name="Google Shape;627;p19"/>
          <p:cNvSpPr/>
          <p:nvPr/>
        </p:nvSpPr>
        <p:spPr>
          <a:xfrm>
            <a:off x="8477250" y="1628150"/>
            <a:ext cx="714600" cy="190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8" name="Google Shape;628;p19"/>
          <p:cNvSpPr/>
          <p:nvPr/>
        </p:nvSpPr>
        <p:spPr>
          <a:xfrm rot="5400000">
            <a:off x="8737200" y="1175600"/>
            <a:ext cx="714600" cy="19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9" name="Google Shape;629;p19"/>
          <p:cNvSpPr/>
          <p:nvPr/>
        </p:nvSpPr>
        <p:spPr>
          <a:xfrm rot="5400000">
            <a:off x="8499075" y="1175600"/>
            <a:ext cx="714600" cy="19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0" name="Google Shape;630;p19"/>
          <p:cNvSpPr/>
          <p:nvPr/>
        </p:nvSpPr>
        <p:spPr>
          <a:xfrm rot="5400000">
            <a:off x="8354400" y="1263250"/>
            <a:ext cx="614400" cy="115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1" name="Google Shape;631;p19"/>
          <p:cNvGrpSpPr/>
          <p:nvPr/>
        </p:nvGrpSpPr>
        <p:grpSpPr>
          <a:xfrm flipH="1">
            <a:off x="8143495" y="3238039"/>
            <a:ext cx="1696568" cy="1271577"/>
            <a:chOff x="-611084" y="2839289"/>
            <a:chExt cx="1696568" cy="1271577"/>
          </a:xfrm>
        </p:grpSpPr>
        <p:sp>
          <p:nvSpPr>
            <p:cNvPr id="632" name="Google Shape;632;p19"/>
            <p:cNvSpPr/>
            <p:nvPr/>
          </p:nvSpPr>
          <p:spPr>
            <a:xfrm>
              <a:off x="307166" y="2839289"/>
              <a:ext cx="731328" cy="589684"/>
            </a:xfrm>
            <a:custGeom>
              <a:avLst/>
              <a:gdLst/>
              <a:ahLst/>
              <a:cxnLst/>
              <a:rect l="l" t="t" r="r" b="b"/>
              <a:pathLst>
                <a:path w="13772" h="11134" extrusionOk="0">
                  <a:moveTo>
                    <a:pt x="1893" y="0"/>
                  </a:moveTo>
                  <a:cubicBezTo>
                    <a:pt x="847" y="0"/>
                    <a:pt x="0" y="848"/>
                    <a:pt x="0" y="1894"/>
                  </a:cubicBezTo>
                  <a:lnTo>
                    <a:pt x="0" y="11134"/>
                  </a:lnTo>
                  <a:lnTo>
                    <a:pt x="13772" y="11134"/>
                  </a:lnTo>
                  <a:lnTo>
                    <a:pt x="13772" y="1767"/>
                  </a:lnTo>
                  <a:cubicBezTo>
                    <a:pt x="13772" y="791"/>
                    <a:pt x="12981" y="0"/>
                    <a:pt x="1200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19"/>
            <p:cNvSpPr/>
            <p:nvPr/>
          </p:nvSpPr>
          <p:spPr>
            <a:xfrm>
              <a:off x="-563180" y="2839289"/>
              <a:ext cx="731328" cy="589632"/>
            </a:xfrm>
            <a:custGeom>
              <a:avLst/>
              <a:gdLst/>
              <a:ahLst/>
              <a:cxnLst/>
              <a:rect l="l" t="t" r="r" b="b"/>
              <a:pathLst>
                <a:path w="13772" h="11133" extrusionOk="0">
                  <a:moveTo>
                    <a:pt x="1895" y="0"/>
                  </a:moveTo>
                  <a:cubicBezTo>
                    <a:pt x="848" y="0"/>
                    <a:pt x="0" y="848"/>
                    <a:pt x="0" y="1894"/>
                  </a:cubicBezTo>
                  <a:lnTo>
                    <a:pt x="0" y="11132"/>
                  </a:lnTo>
                  <a:lnTo>
                    <a:pt x="13772" y="11132"/>
                  </a:lnTo>
                  <a:lnTo>
                    <a:pt x="13772" y="1767"/>
                  </a:lnTo>
                  <a:cubicBezTo>
                    <a:pt x="13772" y="791"/>
                    <a:pt x="12980" y="0"/>
                    <a:pt x="1200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19"/>
            <p:cNvSpPr/>
            <p:nvPr/>
          </p:nvSpPr>
          <p:spPr>
            <a:xfrm>
              <a:off x="-551647" y="3556000"/>
              <a:ext cx="1590297" cy="94573"/>
            </a:xfrm>
            <a:custGeom>
              <a:avLst/>
              <a:gdLst/>
              <a:ahLst/>
              <a:cxnLst/>
              <a:rect l="l" t="t" r="r" b="b"/>
              <a:pathLst>
                <a:path w="64502" h="1786" extrusionOk="0">
                  <a:moveTo>
                    <a:pt x="1" y="0"/>
                  </a:moveTo>
                  <a:lnTo>
                    <a:pt x="1" y="1785"/>
                  </a:lnTo>
                  <a:lnTo>
                    <a:pt x="64501" y="1785"/>
                  </a:lnTo>
                  <a:lnTo>
                    <a:pt x="6450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19"/>
            <p:cNvSpPr/>
            <p:nvPr/>
          </p:nvSpPr>
          <p:spPr>
            <a:xfrm>
              <a:off x="259208" y="3428752"/>
              <a:ext cx="826275" cy="127322"/>
            </a:xfrm>
            <a:custGeom>
              <a:avLst/>
              <a:gdLst/>
              <a:ahLst/>
              <a:cxnLst/>
              <a:rect l="l" t="t" r="r" b="b"/>
              <a:pathLst>
                <a:path w="15560" h="2404" extrusionOk="0">
                  <a:moveTo>
                    <a:pt x="927" y="0"/>
                  </a:moveTo>
                  <a:cubicBezTo>
                    <a:pt x="416" y="0"/>
                    <a:pt x="1" y="416"/>
                    <a:pt x="1" y="927"/>
                  </a:cubicBezTo>
                  <a:lnTo>
                    <a:pt x="1" y="1416"/>
                  </a:lnTo>
                  <a:cubicBezTo>
                    <a:pt x="1" y="1961"/>
                    <a:pt x="443" y="2403"/>
                    <a:pt x="988" y="2403"/>
                  </a:cubicBezTo>
                  <a:lnTo>
                    <a:pt x="14663" y="2403"/>
                  </a:lnTo>
                  <a:cubicBezTo>
                    <a:pt x="15158" y="2403"/>
                    <a:pt x="15560" y="2002"/>
                    <a:pt x="15560" y="1506"/>
                  </a:cubicBezTo>
                  <a:lnTo>
                    <a:pt x="15560" y="904"/>
                  </a:lnTo>
                  <a:cubicBezTo>
                    <a:pt x="15560" y="406"/>
                    <a:pt x="15155" y="2"/>
                    <a:pt x="14656" y="2"/>
                  </a:cubicBezTo>
                  <a:lnTo>
                    <a:pt x="927" y="2"/>
                  </a:lnTo>
                  <a:lnTo>
                    <a:pt x="92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19"/>
            <p:cNvSpPr/>
            <p:nvPr/>
          </p:nvSpPr>
          <p:spPr>
            <a:xfrm>
              <a:off x="-611084" y="3428752"/>
              <a:ext cx="826275" cy="127322"/>
            </a:xfrm>
            <a:custGeom>
              <a:avLst/>
              <a:gdLst/>
              <a:ahLst/>
              <a:cxnLst/>
              <a:rect l="l" t="t" r="r" b="b"/>
              <a:pathLst>
                <a:path w="15560" h="2404" extrusionOk="0">
                  <a:moveTo>
                    <a:pt x="927" y="0"/>
                  </a:moveTo>
                  <a:cubicBezTo>
                    <a:pt x="415" y="0"/>
                    <a:pt x="0" y="416"/>
                    <a:pt x="0" y="927"/>
                  </a:cubicBezTo>
                  <a:lnTo>
                    <a:pt x="0" y="1416"/>
                  </a:lnTo>
                  <a:cubicBezTo>
                    <a:pt x="0" y="1961"/>
                    <a:pt x="442" y="2403"/>
                    <a:pt x="987" y="2403"/>
                  </a:cubicBezTo>
                  <a:lnTo>
                    <a:pt x="14662" y="2403"/>
                  </a:lnTo>
                  <a:cubicBezTo>
                    <a:pt x="15157" y="2403"/>
                    <a:pt x="15559" y="2002"/>
                    <a:pt x="15559" y="1506"/>
                  </a:cubicBezTo>
                  <a:lnTo>
                    <a:pt x="15559" y="904"/>
                  </a:lnTo>
                  <a:cubicBezTo>
                    <a:pt x="15559" y="406"/>
                    <a:pt x="15154" y="2"/>
                    <a:pt x="14655" y="2"/>
                  </a:cubicBezTo>
                  <a:lnTo>
                    <a:pt x="927" y="2"/>
                  </a:lnTo>
                  <a:lnTo>
                    <a:pt x="92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19"/>
            <p:cNvSpPr/>
            <p:nvPr/>
          </p:nvSpPr>
          <p:spPr>
            <a:xfrm>
              <a:off x="971503" y="3642413"/>
              <a:ext cx="67068" cy="468453"/>
            </a:xfrm>
            <a:custGeom>
              <a:avLst/>
              <a:gdLst/>
              <a:ahLst/>
              <a:cxnLst/>
              <a:rect l="l" t="t" r="r" b="b"/>
              <a:pathLst>
                <a:path w="1263" h="8845" extrusionOk="0">
                  <a:moveTo>
                    <a:pt x="0" y="0"/>
                  </a:moveTo>
                  <a:lnTo>
                    <a:pt x="0" y="8844"/>
                  </a:lnTo>
                  <a:lnTo>
                    <a:pt x="1263" y="8844"/>
                  </a:lnTo>
                  <a:lnTo>
                    <a:pt x="126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19"/>
            <p:cNvSpPr/>
            <p:nvPr/>
          </p:nvSpPr>
          <p:spPr>
            <a:xfrm>
              <a:off x="307166" y="3642413"/>
              <a:ext cx="67068" cy="468453"/>
            </a:xfrm>
            <a:custGeom>
              <a:avLst/>
              <a:gdLst/>
              <a:ahLst/>
              <a:cxnLst/>
              <a:rect l="l" t="t" r="r" b="b"/>
              <a:pathLst>
                <a:path w="1263" h="8845" extrusionOk="0">
                  <a:moveTo>
                    <a:pt x="0" y="0"/>
                  </a:moveTo>
                  <a:lnTo>
                    <a:pt x="0" y="8844"/>
                  </a:lnTo>
                  <a:lnTo>
                    <a:pt x="1263" y="8844"/>
                  </a:lnTo>
                  <a:lnTo>
                    <a:pt x="126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19"/>
            <p:cNvSpPr/>
            <p:nvPr/>
          </p:nvSpPr>
          <p:spPr>
            <a:xfrm>
              <a:off x="101104" y="3642413"/>
              <a:ext cx="67122" cy="468453"/>
            </a:xfrm>
            <a:custGeom>
              <a:avLst/>
              <a:gdLst/>
              <a:ahLst/>
              <a:cxnLst/>
              <a:rect l="l" t="t" r="r" b="b"/>
              <a:pathLst>
                <a:path w="1264" h="8845" extrusionOk="0">
                  <a:moveTo>
                    <a:pt x="0" y="0"/>
                  </a:moveTo>
                  <a:lnTo>
                    <a:pt x="0" y="8844"/>
                  </a:lnTo>
                  <a:lnTo>
                    <a:pt x="1264" y="8844"/>
                  </a:lnTo>
                  <a:lnTo>
                    <a:pt x="126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19"/>
            <p:cNvSpPr/>
            <p:nvPr/>
          </p:nvSpPr>
          <p:spPr>
            <a:xfrm>
              <a:off x="-551655" y="3642413"/>
              <a:ext cx="67068" cy="468453"/>
            </a:xfrm>
            <a:custGeom>
              <a:avLst/>
              <a:gdLst/>
              <a:ahLst/>
              <a:cxnLst/>
              <a:rect l="l" t="t" r="r" b="b"/>
              <a:pathLst>
                <a:path w="1263" h="8845" extrusionOk="0">
                  <a:moveTo>
                    <a:pt x="0" y="0"/>
                  </a:moveTo>
                  <a:lnTo>
                    <a:pt x="0" y="8844"/>
                  </a:lnTo>
                  <a:lnTo>
                    <a:pt x="1262" y="8844"/>
                  </a:lnTo>
                  <a:lnTo>
                    <a:pt x="126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41" name="Google Shape;641;p19"/>
          <p:cNvSpPr/>
          <p:nvPr/>
        </p:nvSpPr>
        <p:spPr>
          <a:xfrm flipH="1">
            <a:off x="318298" y="650989"/>
            <a:ext cx="576762" cy="594698"/>
          </a:xfrm>
          <a:custGeom>
            <a:avLst/>
            <a:gdLst/>
            <a:ahLst/>
            <a:cxnLst/>
            <a:rect l="l" t="t" r="r" b="b"/>
            <a:pathLst>
              <a:path w="9371" h="9688" extrusionOk="0">
                <a:moveTo>
                  <a:pt x="0" y="0"/>
                </a:moveTo>
                <a:lnTo>
                  <a:pt x="0" y="9687"/>
                </a:lnTo>
                <a:lnTo>
                  <a:pt x="9370" y="9687"/>
                </a:lnTo>
                <a:lnTo>
                  <a:pt x="937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19"/>
          <p:cNvSpPr/>
          <p:nvPr/>
        </p:nvSpPr>
        <p:spPr>
          <a:xfrm flipH="1">
            <a:off x="361746" y="698369"/>
            <a:ext cx="489918" cy="499981"/>
          </a:xfrm>
          <a:custGeom>
            <a:avLst/>
            <a:gdLst/>
            <a:ahLst/>
            <a:cxnLst/>
            <a:rect l="l" t="t" r="r" b="b"/>
            <a:pathLst>
              <a:path w="7960" h="8145" extrusionOk="0">
                <a:moveTo>
                  <a:pt x="1" y="0"/>
                </a:moveTo>
                <a:lnTo>
                  <a:pt x="1" y="8145"/>
                </a:lnTo>
                <a:lnTo>
                  <a:pt x="7960" y="8145"/>
                </a:lnTo>
                <a:lnTo>
                  <a:pt x="796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19"/>
          <p:cNvSpPr/>
          <p:nvPr/>
        </p:nvSpPr>
        <p:spPr>
          <a:xfrm flipH="1">
            <a:off x="402959" y="829768"/>
            <a:ext cx="236773" cy="25168"/>
          </a:xfrm>
          <a:custGeom>
            <a:avLst/>
            <a:gdLst/>
            <a:ahLst/>
            <a:cxnLst/>
            <a:rect l="l" t="t" r="r" b="b"/>
            <a:pathLst>
              <a:path w="3847" h="410" extrusionOk="0">
                <a:moveTo>
                  <a:pt x="0" y="0"/>
                </a:moveTo>
                <a:lnTo>
                  <a:pt x="0" y="409"/>
                </a:lnTo>
                <a:lnTo>
                  <a:pt x="3846" y="409"/>
                </a:lnTo>
                <a:lnTo>
                  <a:pt x="384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p19"/>
          <p:cNvSpPr/>
          <p:nvPr/>
        </p:nvSpPr>
        <p:spPr>
          <a:xfrm flipH="1">
            <a:off x="402959" y="888318"/>
            <a:ext cx="236773" cy="25229"/>
          </a:xfrm>
          <a:custGeom>
            <a:avLst/>
            <a:gdLst/>
            <a:ahLst/>
            <a:cxnLst/>
            <a:rect l="l" t="t" r="r" b="b"/>
            <a:pathLst>
              <a:path w="3847" h="411" extrusionOk="0">
                <a:moveTo>
                  <a:pt x="0" y="1"/>
                </a:moveTo>
                <a:lnTo>
                  <a:pt x="0" y="410"/>
                </a:lnTo>
                <a:lnTo>
                  <a:pt x="3846" y="410"/>
                </a:lnTo>
                <a:lnTo>
                  <a:pt x="384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5" name="Google Shape;645;p19"/>
          <p:cNvSpPr/>
          <p:nvPr/>
        </p:nvSpPr>
        <p:spPr>
          <a:xfrm flipH="1">
            <a:off x="402959" y="947052"/>
            <a:ext cx="236773" cy="25168"/>
          </a:xfrm>
          <a:custGeom>
            <a:avLst/>
            <a:gdLst/>
            <a:ahLst/>
            <a:cxnLst/>
            <a:rect l="l" t="t" r="r" b="b"/>
            <a:pathLst>
              <a:path w="3847" h="410" extrusionOk="0">
                <a:moveTo>
                  <a:pt x="0" y="0"/>
                </a:moveTo>
                <a:lnTo>
                  <a:pt x="0" y="410"/>
                </a:lnTo>
                <a:lnTo>
                  <a:pt x="3846" y="410"/>
                </a:lnTo>
                <a:lnTo>
                  <a:pt x="384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6" name="Google Shape;646;p19"/>
          <p:cNvSpPr/>
          <p:nvPr/>
        </p:nvSpPr>
        <p:spPr>
          <a:xfrm flipH="1">
            <a:off x="402959" y="1005602"/>
            <a:ext cx="236773" cy="25229"/>
          </a:xfrm>
          <a:custGeom>
            <a:avLst/>
            <a:gdLst/>
            <a:ahLst/>
            <a:cxnLst/>
            <a:rect l="l" t="t" r="r" b="b"/>
            <a:pathLst>
              <a:path w="3847" h="411" extrusionOk="0">
                <a:moveTo>
                  <a:pt x="0" y="1"/>
                </a:moveTo>
                <a:lnTo>
                  <a:pt x="0" y="410"/>
                </a:lnTo>
                <a:lnTo>
                  <a:pt x="3846" y="410"/>
                </a:lnTo>
                <a:lnTo>
                  <a:pt x="384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7" name="Google Shape;647;p19"/>
          <p:cNvSpPr/>
          <p:nvPr/>
        </p:nvSpPr>
        <p:spPr>
          <a:xfrm flipH="1">
            <a:off x="402959" y="1064213"/>
            <a:ext cx="236773" cy="25229"/>
          </a:xfrm>
          <a:custGeom>
            <a:avLst/>
            <a:gdLst/>
            <a:ahLst/>
            <a:cxnLst/>
            <a:rect l="l" t="t" r="r" b="b"/>
            <a:pathLst>
              <a:path w="3847" h="411" extrusionOk="0">
                <a:moveTo>
                  <a:pt x="0" y="1"/>
                </a:moveTo>
                <a:lnTo>
                  <a:pt x="0" y="410"/>
                </a:lnTo>
                <a:lnTo>
                  <a:pt x="3846" y="410"/>
                </a:lnTo>
                <a:lnTo>
                  <a:pt x="384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8" name="Google Shape;648;p19"/>
          <p:cNvSpPr/>
          <p:nvPr/>
        </p:nvSpPr>
        <p:spPr>
          <a:xfrm flipH="1">
            <a:off x="673417" y="825902"/>
            <a:ext cx="137005" cy="263771"/>
          </a:xfrm>
          <a:custGeom>
            <a:avLst/>
            <a:gdLst/>
            <a:ahLst/>
            <a:cxnLst/>
            <a:rect l="l" t="t" r="r" b="b"/>
            <a:pathLst>
              <a:path w="2226" h="4297" extrusionOk="0">
                <a:moveTo>
                  <a:pt x="1" y="1"/>
                </a:moveTo>
                <a:lnTo>
                  <a:pt x="1" y="4296"/>
                </a:lnTo>
                <a:lnTo>
                  <a:pt x="2225" y="4296"/>
                </a:lnTo>
                <a:lnTo>
                  <a:pt x="222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49" name="Google Shape;649;p19"/>
          <p:cNvGrpSpPr/>
          <p:nvPr/>
        </p:nvGrpSpPr>
        <p:grpSpPr>
          <a:xfrm>
            <a:off x="-67377" y="2157220"/>
            <a:ext cx="1256125" cy="2314310"/>
            <a:chOff x="-67377" y="1928620"/>
            <a:chExt cx="1256125" cy="2314310"/>
          </a:xfrm>
        </p:grpSpPr>
        <p:sp>
          <p:nvSpPr>
            <p:cNvPr id="650" name="Google Shape;650;p19"/>
            <p:cNvSpPr/>
            <p:nvPr/>
          </p:nvSpPr>
          <p:spPr>
            <a:xfrm flipH="1">
              <a:off x="83630" y="1928620"/>
              <a:ext cx="797546" cy="557589"/>
            </a:xfrm>
            <a:custGeom>
              <a:avLst/>
              <a:gdLst/>
              <a:ahLst/>
              <a:cxnLst/>
              <a:rect l="l" t="t" r="r" b="b"/>
              <a:pathLst>
                <a:path w="15019" h="10528" extrusionOk="0">
                  <a:moveTo>
                    <a:pt x="653" y="0"/>
                  </a:moveTo>
                  <a:cubicBezTo>
                    <a:pt x="292" y="0"/>
                    <a:pt x="0" y="291"/>
                    <a:pt x="0" y="653"/>
                  </a:cubicBezTo>
                  <a:lnTo>
                    <a:pt x="0" y="9874"/>
                  </a:lnTo>
                  <a:cubicBezTo>
                    <a:pt x="0" y="10236"/>
                    <a:pt x="292" y="10527"/>
                    <a:pt x="653" y="10527"/>
                  </a:cubicBezTo>
                  <a:lnTo>
                    <a:pt x="14365" y="10527"/>
                  </a:lnTo>
                  <a:cubicBezTo>
                    <a:pt x="14726" y="10527"/>
                    <a:pt x="15018" y="10236"/>
                    <a:pt x="15018" y="9874"/>
                  </a:cubicBezTo>
                  <a:lnTo>
                    <a:pt x="15018" y="653"/>
                  </a:lnTo>
                  <a:cubicBezTo>
                    <a:pt x="15018" y="291"/>
                    <a:pt x="14726" y="0"/>
                    <a:pt x="143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19"/>
            <p:cNvSpPr/>
            <p:nvPr/>
          </p:nvSpPr>
          <p:spPr>
            <a:xfrm flipH="1">
              <a:off x="340608" y="2297537"/>
              <a:ext cx="213207" cy="254167"/>
            </a:xfrm>
            <a:custGeom>
              <a:avLst/>
              <a:gdLst/>
              <a:ahLst/>
              <a:cxnLst/>
              <a:rect l="l" t="t" r="r" b="b"/>
              <a:pathLst>
                <a:path w="4015" h="4799" extrusionOk="0">
                  <a:moveTo>
                    <a:pt x="261" y="0"/>
                  </a:moveTo>
                  <a:cubicBezTo>
                    <a:pt x="115" y="0"/>
                    <a:pt x="0" y="126"/>
                    <a:pt x="13" y="271"/>
                  </a:cubicBezTo>
                  <a:lnTo>
                    <a:pt x="392" y="4799"/>
                  </a:lnTo>
                  <a:lnTo>
                    <a:pt x="4015" y="4799"/>
                  </a:lnTo>
                  <a:lnTo>
                    <a:pt x="2886" y="190"/>
                  </a:lnTo>
                  <a:cubicBezTo>
                    <a:pt x="2857" y="78"/>
                    <a:pt x="2757" y="0"/>
                    <a:pt x="2642" y="0"/>
                  </a:cubicBezTo>
                  <a:lnTo>
                    <a:pt x="263" y="0"/>
                  </a:lnTo>
                  <a:cubicBezTo>
                    <a:pt x="263" y="0"/>
                    <a:pt x="262" y="0"/>
                    <a:pt x="26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19"/>
            <p:cNvSpPr/>
            <p:nvPr/>
          </p:nvSpPr>
          <p:spPr>
            <a:xfrm flipH="1">
              <a:off x="243338" y="2523907"/>
              <a:ext cx="429228" cy="29871"/>
            </a:xfrm>
            <a:custGeom>
              <a:avLst/>
              <a:gdLst/>
              <a:ahLst/>
              <a:cxnLst/>
              <a:rect l="l" t="t" r="r" b="b"/>
              <a:pathLst>
                <a:path w="8083" h="564" extrusionOk="0">
                  <a:moveTo>
                    <a:pt x="0" y="1"/>
                  </a:moveTo>
                  <a:lnTo>
                    <a:pt x="0" y="563"/>
                  </a:lnTo>
                  <a:lnTo>
                    <a:pt x="8082" y="563"/>
                  </a:lnTo>
                  <a:lnTo>
                    <a:pt x="808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19"/>
            <p:cNvSpPr/>
            <p:nvPr/>
          </p:nvSpPr>
          <p:spPr>
            <a:xfrm flipH="1">
              <a:off x="596682" y="2523907"/>
              <a:ext cx="75883" cy="29871"/>
            </a:xfrm>
            <a:custGeom>
              <a:avLst/>
              <a:gdLst/>
              <a:ahLst/>
              <a:cxnLst/>
              <a:rect l="l" t="t" r="r" b="b"/>
              <a:pathLst>
                <a:path w="1429" h="564" extrusionOk="0">
                  <a:moveTo>
                    <a:pt x="0" y="1"/>
                  </a:moveTo>
                  <a:lnTo>
                    <a:pt x="0" y="563"/>
                  </a:lnTo>
                  <a:lnTo>
                    <a:pt x="1428" y="563"/>
                  </a:lnTo>
                  <a:lnTo>
                    <a:pt x="142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19"/>
            <p:cNvSpPr/>
            <p:nvPr/>
          </p:nvSpPr>
          <p:spPr>
            <a:xfrm flipH="1">
              <a:off x="-67377" y="2701403"/>
              <a:ext cx="1208746" cy="1541527"/>
            </a:xfrm>
            <a:custGeom>
              <a:avLst/>
              <a:gdLst/>
              <a:ahLst/>
              <a:cxnLst/>
              <a:rect l="l" t="t" r="r" b="b"/>
              <a:pathLst>
                <a:path w="55498" h="29106" extrusionOk="0">
                  <a:moveTo>
                    <a:pt x="0" y="1"/>
                  </a:moveTo>
                  <a:lnTo>
                    <a:pt x="0" y="29106"/>
                  </a:lnTo>
                  <a:lnTo>
                    <a:pt x="55498" y="29106"/>
                  </a:lnTo>
                  <a:lnTo>
                    <a:pt x="5549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19"/>
            <p:cNvSpPr/>
            <p:nvPr/>
          </p:nvSpPr>
          <p:spPr>
            <a:xfrm flipH="1">
              <a:off x="-67377" y="4039974"/>
              <a:ext cx="1208746" cy="202687"/>
            </a:xfrm>
            <a:custGeom>
              <a:avLst/>
              <a:gdLst/>
              <a:ahLst/>
              <a:cxnLst/>
              <a:rect l="l" t="t" r="r" b="b"/>
              <a:pathLst>
                <a:path w="55498" h="3827" extrusionOk="0">
                  <a:moveTo>
                    <a:pt x="0" y="0"/>
                  </a:moveTo>
                  <a:lnTo>
                    <a:pt x="0" y="3827"/>
                  </a:lnTo>
                  <a:lnTo>
                    <a:pt x="55498" y="3827"/>
                  </a:lnTo>
                  <a:lnTo>
                    <a:pt x="554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19"/>
            <p:cNvSpPr/>
            <p:nvPr/>
          </p:nvSpPr>
          <p:spPr>
            <a:xfrm flipH="1">
              <a:off x="-67348" y="2554250"/>
              <a:ext cx="1256096" cy="202740"/>
            </a:xfrm>
            <a:custGeom>
              <a:avLst/>
              <a:gdLst/>
              <a:ahLst/>
              <a:cxnLst/>
              <a:rect l="l" t="t" r="r" b="b"/>
              <a:pathLst>
                <a:path w="57672" h="3828" extrusionOk="0">
                  <a:moveTo>
                    <a:pt x="1" y="0"/>
                  </a:moveTo>
                  <a:lnTo>
                    <a:pt x="1" y="3828"/>
                  </a:lnTo>
                  <a:lnTo>
                    <a:pt x="57671" y="3828"/>
                  </a:lnTo>
                  <a:lnTo>
                    <a:pt x="5767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7" name="Google Shape;657;p19"/>
          <p:cNvSpPr/>
          <p:nvPr/>
        </p:nvSpPr>
        <p:spPr>
          <a:xfrm flipH="1">
            <a:off x="574878" y="319350"/>
            <a:ext cx="8316600" cy="4504800"/>
          </a:xfrm>
          <a:prstGeom prst="rect">
            <a:avLst/>
          </a:prstGeom>
          <a:solidFill>
            <a:srgbClr val="FFFFFF">
              <a:alpha val="844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8" name="Google Shape;658;p19"/>
          <p:cNvSpPr txBox="1">
            <a:spLocks noGrp="1"/>
          </p:cNvSpPr>
          <p:nvPr>
            <p:ph type="title"/>
          </p:nvPr>
        </p:nvSpPr>
        <p:spPr>
          <a:xfrm>
            <a:off x="1231850" y="1602950"/>
            <a:ext cx="2926500" cy="104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659" name="Google Shape;659;p19"/>
          <p:cNvSpPr txBox="1">
            <a:spLocks noGrp="1"/>
          </p:cNvSpPr>
          <p:nvPr>
            <p:ph type="subTitle" idx="1"/>
          </p:nvPr>
        </p:nvSpPr>
        <p:spPr>
          <a:xfrm>
            <a:off x="1231850" y="2568250"/>
            <a:ext cx="2926500" cy="97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_1"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20"/>
          <p:cNvSpPr/>
          <p:nvPr/>
        </p:nvSpPr>
        <p:spPr>
          <a:xfrm flipH="1">
            <a:off x="0" y="4286250"/>
            <a:ext cx="9144000" cy="8670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62" name="Google Shape;662;p20"/>
          <p:cNvGrpSpPr/>
          <p:nvPr/>
        </p:nvGrpSpPr>
        <p:grpSpPr>
          <a:xfrm>
            <a:off x="35111" y="1646743"/>
            <a:ext cx="1201130" cy="2743139"/>
            <a:chOff x="5247175" y="1706175"/>
            <a:chExt cx="799900" cy="1828150"/>
          </a:xfrm>
        </p:grpSpPr>
        <p:sp>
          <p:nvSpPr>
            <p:cNvPr id="663" name="Google Shape;663;p20"/>
            <p:cNvSpPr/>
            <p:nvPr/>
          </p:nvSpPr>
          <p:spPr>
            <a:xfrm>
              <a:off x="5428650" y="1889425"/>
              <a:ext cx="52400" cy="1543250"/>
            </a:xfrm>
            <a:custGeom>
              <a:avLst/>
              <a:gdLst/>
              <a:ahLst/>
              <a:cxnLst/>
              <a:rect l="l" t="t" r="r" b="b"/>
              <a:pathLst>
                <a:path w="2096" h="61730" extrusionOk="0">
                  <a:moveTo>
                    <a:pt x="530" y="0"/>
                  </a:moveTo>
                  <a:cubicBezTo>
                    <a:pt x="293" y="0"/>
                    <a:pt x="13" y="110"/>
                    <a:pt x="1" y="276"/>
                  </a:cubicBezTo>
                  <a:cubicBezTo>
                    <a:pt x="43" y="1223"/>
                    <a:pt x="1" y="30408"/>
                    <a:pt x="1" y="36439"/>
                  </a:cubicBezTo>
                  <a:cubicBezTo>
                    <a:pt x="1" y="42469"/>
                    <a:pt x="582" y="57028"/>
                    <a:pt x="582" y="59010"/>
                  </a:cubicBezTo>
                  <a:cubicBezTo>
                    <a:pt x="582" y="60992"/>
                    <a:pt x="237" y="61423"/>
                    <a:pt x="495" y="61596"/>
                  </a:cubicBezTo>
                  <a:cubicBezTo>
                    <a:pt x="608" y="61671"/>
                    <a:pt x="931" y="61729"/>
                    <a:pt x="1254" y="61729"/>
                  </a:cubicBezTo>
                  <a:cubicBezTo>
                    <a:pt x="1675" y="61729"/>
                    <a:pt x="2095" y="61630"/>
                    <a:pt x="2046" y="61336"/>
                  </a:cubicBezTo>
                  <a:cubicBezTo>
                    <a:pt x="1960" y="60819"/>
                    <a:pt x="1356" y="38938"/>
                    <a:pt x="1185" y="35404"/>
                  </a:cubicBezTo>
                  <a:cubicBezTo>
                    <a:pt x="1014" y="31873"/>
                    <a:pt x="957" y="11052"/>
                    <a:pt x="862" y="9409"/>
                  </a:cubicBezTo>
                  <a:cubicBezTo>
                    <a:pt x="701" y="6631"/>
                    <a:pt x="1058" y="1053"/>
                    <a:pt x="862" y="169"/>
                  </a:cubicBezTo>
                  <a:cubicBezTo>
                    <a:pt x="836" y="51"/>
                    <a:pt x="693" y="0"/>
                    <a:pt x="53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20"/>
            <p:cNvSpPr/>
            <p:nvPr/>
          </p:nvSpPr>
          <p:spPr>
            <a:xfrm>
              <a:off x="5247175" y="3405600"/>
              <a:ext cx="410850" cy="128725"/>
            </a:xfrm>
            <a:custGeom>
              <a:avLst/>
              <a:gdLst/>
              <a:ahLst/>
              <a:cxnLst/>
              <a:rect l="l" t="t" r="r" b="b"/>
              <a:pathLst>
                <a:path w="16434" h="5149" extrusionOk="0">
                  <a:moveTo>
                    <a:pt x="8271" y="1"/>
                  </a:moveTo>
                  <a:cubicBezTo>
                    <a:pt x="6893" y="130"/>
                    <a:pt x="4050" y="1551"/>
                    <a:pt x="2025" y="2800"/>
                  </a:cubicBezTo>
                  <a:cubicBezTo>
                    <a:pt x="1" y="4048"/>
                    <a:pt x="130" y="4394"/>
                    <a:pt x="87" y="4782"/>
                  </a:cubicBezTo>
                  <a:cubicBezTo>
                    <a:pt x="51" y="5099"/>
                    <a:pt x="2967" y="5128"/>
                    <a:pt x="6263" y="5128"/>
                  </a:cubicBezTo>
                  <a:cubicBezTo>
                    <a:pt x="7009" y="5128"/>
                    <a:pt x="7774" y="5126"/>
                    <a:pt x="8529" y="5126"/>
                  </a:cubicBezTo>
                  <a:cubicBezTo>
                    <a:pt x="10392" y="5126"/>
                    <a:pt x="12138" y="5149"/>
                    <a:pt x="13496" y="5149"/>
                  </a:cubicBezTo>
                  <a:cubicBezTo>
                    <a:pt x="15123" y="5149"/>
                    <a:pt x="16193" y="5117"/>
                    <a:pt x="16240" y="4976"/>
                  </a:cubicBezTo>
                  <a:cubicBezTo>
                    <a:pt x="16309" y="4772"/>
                    <a:pt x="16434" y="4115"/>
                    <a:pt x="15659" y="3554"/>
                  </a:cubicBezTo>
                  <a:cubicBezTo>
                    <a:pt x="14883" y="2994"/>
                    <a:pt x="10770" y="130"/>
                    <a:pt x="82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20"/>
            <p:cNvSpPr/>
            <p:nvPr/>
          </p:nvSpPr>
          <p:spPr>
            <a:xfrm>
              <a:off x="5777300" y="1890950"/>
              <a:ext cx="269775" cy="235300"/>
            </a:xfrm>
            <a:custGeom>
              <a:avLst/>
              <a:gdLst/>
              <a:ahLst/>
              <a:cxnLst/>
              <a:rect l="l" t="t" r="r" b="b"/>
              <a:pathLst>
                <a:path w="10791" h="9412" extrusionOk="0">
                  <a:moveTo>
                    <a:pt x="5874" y="0"/>
                  </a:moveTo>
                  <a:cubicBezTo>
                    <a:pt x="4777" y="0"/>
                    <a:pt x="3679" y="427"/>
                    <a:pt x="2649" y="1205"/>
                  </a:cubicBezTo>
                  <a:cubicBezTo>
                    <a:pt x="0" y="3208"/>
                    <a:pt x="291" y="6828"/>
                    <a:pt x="2778" y="9412"/>
                  </a:cubicBezTo>
                  <a:cubicBezTo>
                    <a:pt x="3489" y="9218"/>
                    <a:pt x="8659" y="5017"/>
                    <a:pt x="10791" y="3467"/>
                  </a:cubicBezTo>
                  <a:cubicBezTo>
                    <a:pt x="9329" y="1057"/>
                    <a:pt x="7602" y="0"/>
                    <a:pt x="58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20"/>
            <p:cNvSpPr/>
            <p:nvPr/>
          </p:nvSpPr>
          <p:spPr>
            <a:xfrm>
              <a:off x="5662750" y="1706175"/>
              <a:ext cx="198250" cy="231900"/>
            </a:xfrm>
            <a:custGeom>
              <a:avLst/>
              <a:gdLst/>
              <a:ahLst/>
              <a:cxnLst/>
              <a:rect l="l" t="t" r="r" b="b"/>
              <a:pathLst>
                <a:path w="7930" h="9276" extrusionOk="0">
                  <a:moveTo>
                    <a:pt x="538" y="1"/>
                  </a:moveTo>
                  <a:cubicBezTo>
                    <a:pt x="217" y="1"/>
                    <a:pt x="0" y="362"/>
                    <a:pt x="307" y="821"/>
                  </a:cubicBezTo>
                  <a:cubicBezTo>
                    <a:pt x="580" y="1109"/>
                    <a:pt x="6319" y="8444"/>
                    <a:pt x="7274" y="9276"/>
                  </a:cubicBezTo>
                  <a:lnTo>
                    <a:pt x="7930" y="8780"/>
                  </a:lnTo>
                  <a:cubicBezTo>
                    <a:pt x="7930" y="8780"/>
                    <a:pt x="1191" y="435"/>
                    <a:pt x="953" y="197"/>
                  </a:cubicBezTo>
                  <a:cubicBezTo>
                    <a:pt x="816" y="60"/>
                    <a:pt x="669" y="1"/>
                    <a:pt x="53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20"/>
            <p:cNvSpPr/>
            <p:nvPr/>
          </p:nvSpPr>
          <p:spPr>
            <a:xfrm>
              <a:off x="5380850" y="1725600"/>
              <a:ext cx="373050" cy="287000"/>
            </a:xfrm>
            <a:custGeom>
              <a:avLst/>
              <a:gdLst/>
              <a:ahLst/>
              <a:cxnLst/>
              <a:rect l="l" t="t" r="r" b="b"/>
              <a:pathLst>
                <a:path w="14922" h="11480" extrusionOk="0">
                  <a:moveTo>
                    <a:pt x="14391" y="1"/>
                  </a:moveTo>
                  <a:cubicBezTo>
                    <a:pt x="14176" y="1"/>
                    <a:pt x="13782" y="219"/>
                    <a:pt x="12982" y="873"/>
                  </a:cubicBezTo>
                  <a:cubicBezTo>
                    <a:pt x="11917" y="1746"/>
                    <a:pt x="1578" y="9403"/>
                    <a:pt x="415" y="10533"/>
                  </a:cubicBezTo>
                  <a:cubicBezTo>
                    <a:pt x="1" y="10936"/>
                    <a:pt x="240" y="11480"/>
                    <a:pt x="651" y="11480"/>
                  </a:cubicBezTo>
                  <a:cubicBezTo>
                    <a:pt x="776" y="11480"/>
                    <a:pt x="918" y="11429"/>
                    <a:pt x="1061" y="11308"/>
                  </a:cubicBezTo>
                  <a:cubicBezTo>
                    <a:pt x="1675" y="10791"/>
                    <a:pt x="7329" y="6302"/>
                    <a:pt x="8718" y="5139"/>
                  </a:cubicBezTo>
                  <a:cubicBezTo>
                    <a:pt x="10108" y="3974"/>
                    <a:pt x="13301" y="1703"/>
                    <a:pt x="13790" y="1325"/>
                  </a:cubicBezTo>
                  <a:cubicBezTo>
                    <a:pt x="14922" y="454"/>
                    <a:pt x="14716" y="227"/>
                    <a:pt x="14555" y="66"/>
                  </a:cubicBezTo>
                  <a:cubicBezTo>
                    <a:pt x="14514" y="25"/>
                    <a:pt x="14463" y="1"/>
                    <a:pt x="143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20"/>
            <p:cNvSpPr/>
            <p:nvPr/>
          </p:nvSpPr>
          <p:spPr>
            <a:xfrm>
              <a:off x="5414350" y="1943650"/>
              <a:ext cx="49800" cy="44425"/>
            </a:xfrm>
            <a:custGeom>
              <a:avLst/>
              <a:gdLst/>
              <a:ahLst/>
              <a:cxnLst/>
              <a:rect l="l" t="t" r="r" b="b"/>
              <a:pathLst>
                <a:path w="1992" h="1777" extrusionOk="0">
                  <a:moveTo>
                    <a:pt x="1040" y="0"/>
                  </a:moveTo>
                  <a:cubicBezTo>
                    <a:pt x="1021" y="0"/>
                    <a:pt x="1001" y="1"/>
                    <a:pt x="982" y="2"/>
                  </a:cubicBezTo>
                  <a:cubicBezTo>
                    <a:pt x="104" y="2"/>
                    <a:pt x="0" y="1238"/>
                    <a:pt x="627" y="1661"/>
                  </a:cubicBezTo>
                  <a:cubicBezTo>
                    <a:pt x="745" y="1741"/>
                    <a:pt x="875" y="1776"/>
                    <a:pt x="1006" y="1776"/>
                  </a:cubicBezTo>
                  <a:cubicBezTo>
                    <a:pt x="1493" y="1776"/>
                    <a:pt x="1991" y="1287"/>
                    <a:pt x="1919" y="777"/>
                  </a:cubicBezTo>
                  <a:cubicBezTo>
                    <a:pt x="1856" y="344"/>
                    <a:pt x="1469" y="0"/>
                    <a:pt x="10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20"/>
            <p:cNvSpPr/>
            <p:nvPr/>
          </p:nvSpPr>
          <p:spPr>
            <a:xfrm>
              <a:off x="5684725" y="1739300"/>
              <a:ext cx="47225" cy="41325"/>
            </a:xfrm>
            <a:custGeom>
              <a:avLst/>
              <a:gdLst/>
              <a:ahLst/>
              <a:cxnLst/>
              <a:rect l="l" t="t" r="r" b="b"/>
              <a:pathLst>
                <a:path w="1889" h="1653" extrusionOk="0">
                  <a:moveTo>
                    <a:pt x="856" y="1"/>
                  </a:moveTo>
                  <a:cubicBezTo>
                    <a:pt x="549" y="1"/>
                    <a:pt x="245" y="155"/>
                    <a:pt x="98" y="480"/>
                  </a:cubicBezTo>
                  <a:cubicBezTo>
                    <a:pt x="91" y="495"/>
                    <a:pt x="85" y="511"/>
                    <a:pt x="79" y="526"/>
                  </a:cubicBezTo>
                  <a:cubicBezTo>
                    <a:pt x="74" y="542"/>
                    <a:pt x="64" y="560"/>
                    <a:pt x="57" y="579"/>
                  </a:cubicBezTo>
                  <a:lnTo>
                    <a:pt x="65" y="567"/>
                  </a:lnTo>
                  <a:lnTo>
                    <a:pt x="65" y="567"/>
                  </a:lnTo>
                  <a:cubicBezTo>
                    <a:pt x="0" y="776"/>
                    <a:pt x="21" y="1012"/>
                    <a:pt x="149" y="1230"/>
                  </a:cubicBezTo>
                  <a:cubicBezTo>
                    <a:pt x="341" y="1525"/>
                    <a:pt x="625" y="1652"/>
                    <a:pt x="900" y="1652"/>
                  </a:cubicBezTo>
                  <a:cubicBezTo>
                    <a:pt x="1410" y="1652"/>
                    <a:pt x="1889" y="1214"/>
                    <a:pt x="1700" y="584"/>
                  </a:cubicBezTo>
                  <a:cubicBezTo>
                    <a:pt x="1567" y="204"/>
                    <a:pt x="1209" y="1"/>
                    <a:pt x="8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20"/>
          <p:cNvGrpSpPr/>
          <p:nvPr/>
        </p:nvGrpSpPr>
        <p:grpSpPr>
          <a:xfrm flipH="1">
            <a:off x="7638653" y="2778125"/>
            <a:ext cx="1238647" cy="1825874"/>
            <a:chOff x="0" y="1786475"/>
            <a:chExt cx="1238647" cy="1825874"/>
          </a:xfrm>
        </p:grpSpPr>
        <p:sp>
          <p:nvSpPr>
            <p:cNvPr id="671" name="Google Shape;671;p20"/>
            <p:cNvSpPr/>
            <p:nvPr/>
          </p:nvSpPr>
          <p:spPr>
            <a:xfrm>
              <a:off x="240641" y="3061244"/>
              <a:ext cx="81365" cy="551104"/>
            </a:xfrm>
            <a:custGeom>
              <a:avLst/>
              <a:gdLst/>
              <a:ahLst/>
              <a:cxnLst/>
              <a:rect l="l" t="t" r="r" b="b"/>
              <a:pathLst>
                <a:path w="1411" h="9557" extrusionOk="0">
                  <a:moveTo>
                    <a:pt x="1" y="0"/>
                  </a:moveTo>
                  <a:lnTo>
                    <a:pt x="1" y="9557"/>
                  </a:lnTo>
                  <a:lnTo>
                    <a:pt x="567" y="9557"/>
                  </a:lnTo>
                  <a:lnTo>
                    <a:pt x="141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20"/>
            <p:cNvSpPr/>
            <p:nvPr/>
          </p:nvSpPr>
          <p:spPr>
            <a:xfrm>
              <a:off x="0" y="1786475"/>
              <a:ext cx="626934" cy="1391283"/>
            </a:xfrm>
            <a:custGeom>
              <a:avLst/>
              <a:gdLst/>
              <a:ahLst/>
              <a:cxnLst/>
              <a:rect l="l" t="t" r="r" b="b"/>
              <a:pathLst>
                <a:path w="10872" h="24127" extrusionOk="0">
                  <a:moveTo>
                    <a:pt x="3407" y="1"/>
                  </a:moveTo>
                  <a:cubicBezTo>
                    <a:pt x="1468" y="1"/>
                    <a:pt x="0" y="1604"/>
                    <a:pt x="346" y="3347"/>
                  </a:cubicBezTo>
                  <a:lnTo>
                    <a:pt x="659" y="19692"/>
                  </a:lnTo>
                  <a:cubicBezTo>
                    <a:pt x="703" y="22025"/>
                    <a:pt x="2685" y="23978"/>
                    <a:pt x="5238" y="24121"/>
                  </a:cubicBezTo>
                  <a:cubicBezTo>
                    <a:pt x="5307" y="24125"/>
                    <a:pt x="5373" y="24127"/>
                    <a:pt x="5433" y="24127"/>
                  </a:cubicBezTo>
                  <a:cubicBezTo>
                    <a:pt x="5584" y="24127"/>
                    <a:pt x="5703" y="24114"/>
                    <a:pt x="5782" y="24085"/>
                  </a:cubicBezTo>
                  <a:lnTo>
                    <a:pt x="10872" y="21265"/>
                  </a:lnTo>
                  <a:lnTo>
                    <a:pt x="6452" y="2250"/>
                  </a:lnTo>
                  <a:cubicBezTo>
                    <a:pt x="6147" y="939"/>
                    <a:pt x="4878" y="1"/>
                    <a:pt x="34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20"/>
            <p:cNvSpPr/>
            <p:nvPr/>
          </p:nvSpPr>
          <p:spPr>
            <a:xfrm>
              <a:off x="350601" y="2765075"/>
              <a:ext cx="785006" cy="207421"/>
            </a:xfrm>
            <a:custGeom>
              <a:avLst/>
              <a:gdLst/>
              <a:ahLst/>
              <a:cxnLst/>
              <a:rect l="l" t="t" r="r" b="b"/>
              <a:pathLst>
                <a:path w="15730" h="3597" extrusionOk="0">
                  <a:moveTo>
                    <a:pt x="0" y="1"/>
                  </a:moveTo>
                  <a:lnTo>
                    <a:pt x="0" y="3596"/>
                  </a:lnTo>
                  <a:lnTo>
                    <a:pt x="13932" y="3596"/>
                  </a:lnTo>
                  <a:cubicBezTo>
                    <a:pt x="14925" y="3596"/>
                    <a:pt x="15730" y="2792"/>
                    <a:pt x="15730" y="1799"/>
                  </a:cubicBezTo>
                  <a:cubicBezTo>
                    <a:pt x="15730" y="805"/>
                    <a:pt x="14925" y="1"/>
                    <a:pt x="139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20"/>
            <p:cNvSpPr/>
            <p:nvPr/>
          </p:nvSpPr>
          <p:spPr>
            <a:xfrm>
              <a:off x="1115553" y="3061244"/>
              <a:ext cx="81365" cy="551104"/>
            </a:xfrm>
            <a:custGeom>
              <a:avLst/>
              <a:gdLst/>
              <a:ahLst/>
              <a:cxnLst/>
              <a:rect l="l" t="t" r="r" b="b"/>
              <a:pathLst>
                <a:path w="1411" h="9557" extrusionOk="0">
                  <a:moveTo>
                    <a:pt x="1" y="0"/>
                  </a:moveTo>
                  <a:lnTo>
                    <a:pt x="845" y="9557"/>
                  </a:lnTo>
                  <a:lnTo>
                    <a:pt x="1411" y="9557"/>
                  </a:lnTo>
                  <a:lnTo>
                    <a:pt x="141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20"/>
            <p:cNvSpPr/>
            <p:nvPr/>
          </p:nvSpPr>
          <p:spPr>
            <a:xfrm>
              <a:off x="110200" y="2959925"/>
              <a:ext cx="1128446" cy="217858"/>
            </a:xfrm>
            <a:custGeom>
              <a:avLst/>
              <a:gdLst/>
              <a:ahLst/>
              <a:cxnLst/>
              <a:rect l="l" t="t" r="r" b="b"/>
              <a:pathLst>
                <a:path w="19569" h="3778" extrusionOk="0">
                  <a:moveTo>
                    <a:pt x="1683" y="1"/>
                  </a:moveTo>
                  <a:lnTo>
                    <a:pt x="1894" y="1139"/>
                  </a:lnTo>
                  <a:cubicBezTo>
                    <a:pt x="1894" y="2596"/>
                    <a:pt x="0" y="3777"/>
                    <a:pt x="5578" y="3777"/>
                  </a:cubicBezTo>
                  <a:lnTo>
                    <a:pt x="17082" y="3777"/>
                  </a:lnTo>
                  <a:cubicBezTo>
                    <a:pt x="18455" y="3777"/>
                    <a:pt x="19568" y="2932"/>
                    <a:pt x="19568" y="1889"/>
                  </a:cubicBezTo>
                  <a:cubicBezTo>
                    <a:pt x="19568" y="846"/>
                    <a:pt x="18456" y="1"/>
                    <a:pt x="170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6" name="Google Shape;676;p20"/>
          <p:cNvGrpSpPr/>
          <p:nvPr/>
        </p:nvGrpSpPr>
        <p:grpSpPr>
          <a:xfrm flipH="1">
            <a:off x="7791038" y="387096"/>
            <a:ext cx="718962" cy="958886"/>
            <a:chOff x="7188800" y="668771"/>
            <a:chExt cx="718962" cy="958886"/>
          </a:xfrm>
        </p:grpSpPr>
        <p:sp>
          <p:nvSpPr>
            <p:cNvPr id="677" name="Google Shape;677;p20"/>
            <p:cNvSpPr/>
            <p:nvPr/>
          </p:nvSpPr>
          <p:spPr>
            <a:xfrm>
              <a:off x="7188800" y="668771"/>
              <a:ext cx="718962" cy="958886"/>
            </a:xfrm>
            <a:custGeom>
              <a:avLst/>
              <a:gdLst/>
              <a:ahLst/>
              <a:cxnLst/>
              <a:rect l="l" t="t" r="r" b="b"/>
              <a:pathLst>
                <a:path w="10677" h="14240" extrusionOk="0">
                  <a:moveTo>
                    <a:pt x="0" y="1"/>
                  </a:moveTo>
                  <a:lnTo>
                    <a:pt x="0" y="14240"/>
                  </a:lnTo>
                  <a:lnTo>
                    <a:pt x="10676" y="14240"/>
                  </a:lnTo>
                  <a:lnTo>
                    <a:pt x="1067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20"/>
            <p:cNvSpPr/>
            <p:nvPr/>
          </p:nvSpPr>
          <p:spPr>
            <a:xfrm>
              <a:off x="7388055" y="788497"/>
              <a:ext cx="358101" cy="712431"/>
            </a:xfrm>
            <a:custGeom>
              <a:avLst/>
              <a:gdLst/>
              <a:ahLst/>
              <a:cxnLst/>
              <a:rect l="l" t="t" r="r" b="b"/>
              <a:pathLst>
                <a:path w="5318" h="10580" extrusionOk="0">
                  <a:moveTo>
                    <a:pt x="1049" y="1"/>
                  </a:moveTo>
                  <a:cubicBezTo>
                    <a:pt x="890" y="1"/>
                    <a:pt x="739" y="78"/>
                    <a:pt x="712" y="234"/>
                  </a:cubicBezTo>
                  <a:cubicBezTo>
                    <a:pt x="1130" y="642"/>
                    <a:pt x="1204" y="1290"/>
                    <a:pt x="1154" y="1872"/>
                  </a:cubicBezTo>
                  <a:cubicBezTo>
                    <a:pt x="1103" y="2454"/>
                    <a:pt x="956" y="3035"/>
                    <a:pt x="1027" y="3616"/>
                  </a:cubicBezTo>
                  <a:cubicBezTo>
                    <a:pt x="1087" y="4113"/>
                    <a:pt x="1307" y="4576"/>
                    <a:pt x="1505" y="5037"/>
                  </a:cubicBezTo>
                  <a:cubicBezTo>
                    <a:pt x="1722" y="5540"/>
                    <a:pt x="2117" y="6472"/>
                    <a:pt x="1750" y="6993"/>
                  </a:cubicBezTo>
                  <a:cubicBezTo>
                    <a:pt x="1586" y="7227"/>
                    <a:pt x="1130" y="7367"/>
                    <a:pt x="902" y="7551"/>
                  </a:cubicBezTo>
                  <a:cubicBezTo>
                    <a:pt x="626" y="7775"/>
                    <a:pt x="383" y="8033"/>
                    <a:pt x="236" y="8359"/>
                  </a:cubicBezTo>
                  <a:cubicBezTo>
                    <a:pt x="1" y="8884"/>
                    <a:pt x="49" y="9487"/>
                    <a:pt x="101" y="10060"/>
                  </a:cubicBezTo>
                  <a:cubicBezTo>
                    <a:pt x="113" y="10176"/>
                    <a:pt x="124" y="10297"/>
                    <a:pt x="179" y="10400"/>
                  </a:cubicBezTo>
                  <a:cubicBezTo>
                    <a:pt x="230" y="10499"/>
                    <a:pt x="331" y="10580"/>
                    <a:pt x="440" y="10580"/>
                  </a:cubicBezTo>
                  <a:cubicBezTo>
                    <a:pt x="446" y="10580"/>
                    <a:pt x="452" y="10579"/>
                    <a:pt x="458" y="10579"/>
                  </a:cubicBezTo>
                  <a:cubicBezTo>
                    <a:pt x="624" y="10565"/>
                    <a:pt x="721" y="10372"/>
                    <a:pt x="712" y="10205"/>
                  </a:cubicBezTo>
                  <a:cubicBezTo>
                    <a:pt x="704" y="10039"/>
                    <a:pt x="626" y="9885"/>
                    <a:pt x="589" y="9722"/>
                  </a:cubicBezTo>
                  <a:cubicBezTo>
                    <a:pt x="471" y="9203"/>
                    <a:pt x="814" y="8668"/>
                    <a:pt x="1273" y="8400"/>
                  </a:cubicBezTo>
                  <a:cubicBezTo>
                    <a:pt x="1644" y="8185"/>
                    <a:pt x="1984" y="8157"/>
                    <a:pt x="2333" y="8157"/>
                  </a:cubicBezTo>
                  <a:cubicBezTo>
                    <a:pt x="2456" y="8157"/>
                    <a:pt x="2579" y="8161"/>
                    <a:pt x="2706" y="8161"/>
                  </a:cubicBezTo>
                  <a:cubicBezTo>
                    <a:pt x="2828" y="8161"/>
                    <a:pt x="2953" y="8157"/>
                    <a:pt x="3082" y="8145"/>
                  </a:cubicBezTo>
                  <a:cubicBezTo>
                    <a:pt x="3764" y="8080"/>
                    <a:pt x="4460" y="7451"/>
                    <a:pt x="4798" y="6893"/>
                  </a:cubicBezTo>
                  <a:cubicBezTo>
                    <a:pt x="5295" y="6065"/>
                    <a:pt x="5318" y="4975"/>
                    <a:pt x="4856" y="4129"/>
                  </a:cubicBezTo>
                  <a:cubicBezTo>
                    <a:pt x="4091" y="2728"/>
                    <a:pt x="1586" y="2519"/>
                    <a:pt x="1579" y="924"/>
                  </a:cubicBezTo>
                  <a:cubicBezTo>
                    <a:pt x="1579" y="645"/>
                    <a:pt x="1566" y="338"/>
                    <a:pt x="1378" y="134"/>
                  </a:cubicBezTo>
                  <a:cubicBezTo>
                    <a:pt x="1296" y="45"/>
                    <a:pt x="1170" y="1"/>
                    <a:pt x="10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20"/>
            <p:cNvSpPr/>
            <p:nvPr/>
          </p:nvSpPr>
          <p:spPr>
            <a:xfrm>
              <a:off x="7616736" y="773750"/>
              <a:ext cx="228476" cy="11515"/>
            </a:xfrm>
            <a:custGeom>
              <a:avLst/>
              <a:gdLst/>
              <a:ahLst/>
              <a:cxnLst/>
              <a:rect l="l" t="t" r="r" b="b"/>
              <a:pathLst>
                <a:path w="3393" h="171" extrusionOk="0">
                  <a:moveTo>
                    <a:pt x="111" y="0"/>
                  </a:moveTo>
                  <a:cubicBezTo>
                    <a:pt x="2" y="0"/>
                    <a:pt x="1" y="170"/>
                    <a:pt x="111" y="170"/>
                  </a:cubicBezTo>
                  <a:lnTo>
                    <a:pt x="3283" y="170"/>
                  </a:lnTo>
                  <a:cubicBezTo>
                    <a:pt x="3392" y="170"/>
                    <a:pt x="3392" y="0"/>
                    <a:pt x="32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20"/>
            <p:cNvSpPr/>
            <p:nvPr/>
          </p:nvSpPr>
          <p:spPr>
            <a:xfrm>
              <a:off x="7625490" y="817587"/>
              <a:ext cx="166256" cy="11515"/>
            </a:xfrm>
            <a:custGeom>
              <a:avLst/>
              <a:gdLst/>
              <a:ahLst/>
              <a:cxnLst/>
              <a:rect l="l" t="t" r="r" b="b"/>
              <a:pathLst>
                <a:path w="2469" h="171" extrusionOk="0">
                  <a:moveTo>
                    <a:pt x="111" y="1"/>
                  </a:moveTo>
                  <a:cubicBezTo>
                    <a:pt x="1" y="1"/>
                    <a:pt x="1" y="171"/>
                    <a:pt x="111" y="171"/>
                  </a:cubicBezTo>
                  <a:lnTo>
                    <a:pt x="2358" y="171"/>
                  </a:lnTo>
                  <a:cubicBezTo>
                    <a:pt x="2469" y="171"/>
                    <a:pt x="2469" y="1"/>
                    <a:pt x="23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20"/>
            <p:cNvSpPr/>
            <p:nvPr/>
          </p:nvSpPr>
          <p:spPr>
            <a:xfrm>
              <a:off x="7637274" y="867282"/>
              <a:ext cx="93801" cy="11515"/>
            </a:xfrm>
            <a:custGeom>
              <a:avLst/>
              <a:gdLst/>
              <a:ahLst/>
              <a:cxnLst/>
              <a:rect l="l" t="t" r="r" b="b"/>
              <a:pathLst>
                <a:path w="1393" h="171" extrusionOk="0">
                  <a:moveTo>
                    <a:pt x="109" y="1"/>
                  </a:moveTo>
                  <a:cubicBezTo>
                    <a:pt x="0" y="1"/>
                    <a:pt x="0" y="171"/>
                    <a:pt x="109" y="171"/>
                  </a:cubicBezTo>
                  <a:lnTo>
                    <a:pt x="1284" y="171"/>
                  </a:lnTo>
                  <a:cubicBezTo>
                    <a:pt x="1393" y="171"/>
                    <a:pt x="1393" y="1"/>
                    <a:pt x="12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20"/>
            <p:cNvSpPr/>
            <p:nvPr/>
          </p:nvSpPr>
          <p:spPr>
            <a:xfrm>
              <a:off x="7245162" y="1042899"/>
              <a:ext cx="190363" cy="11515"/>
            </a:xfrm>
            <a:custGeom>
              <a:avLst/>
              <a:gdLst/>
              <a:ahLst/>
              <a:cxnLst/>
              <a:rect l="l" t="t" r="r" b="b"/>
              <a:pathLst>
                <a:path w="2827" h="171" extrusionOk="0">
                  <a:moveTo>
                    <a:pt x="110" y="1"/>
                  </a:moveTo>
                  <a:cubicBezTo>
                    <a:pt x="1" y="1"/>
                    <a:pt x="1" y="171"/>
                    <a:pt x="110" y="171"/>
                  </a:cubicBezTo>
                  <a:lnTo>
                    <a:pt x="2718" y="171"/>
                  </a:lnTo>
                  <a:cubicBezTo>
                    <a:pt x="2827" y="171"/>
                    <a:pt x="2827" y="1"/>
                    <a:pt x="27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20"/>
            <p:cNvSpPr/>
            <p:nvPr/>
          </p:nvSpPr>
          <p:spPr>
            <a:xfrm>
              <a:off x="7242199" y="1095557"/>
              <a:ext cx="178781" cy="11515"/>
            </a:xfrm>
            <a:custGeom>
              <a:avLst/>
              <a:gdLst/>
              <a:ahLst/>
              <a:cxnLst/>
              <a:rect l="l" t="t" r="r" b="b"/>
              <a:pathLst>
                <a:path w="2655" h="171" extrusionOk="0">
                  <a:moveTo>
                    <a:pt x="111" y="1"/>
                  </a:moveTo>
                  <a:cubicBezTo>
                    <a:pt x="1" y="1"/>
                    <a:pt x="1" y="171"/>
                    <a:pt x="111" y="171"/>
                  </a:cubicBezTo>
                  <a:lnTo>
                    <a:pt x="2544" y="171"/>
                  </a:lnTo>
                  <a:cubicBezTo>
                    <a:pt x="2654" y="171"/>
                    <a:pt x="2654" y="1"/>
                    <a:pt x="25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20"/>
            <p:cNvSpPr/>
            <p:nvPr/>
          </p:nvSpPr>
          <p:spPr>
            <a:xfrm>
              <a:off x="7248125" y="1154074"/>
              <a:ext cx="161071" cy="11515"/>
            </a:xfrm>
            <a:custGeom>
              <a:avLst/>
              <a:gdLst/>
              <a:ahLst/>
              <a:cxnLst/>
              <a:rect l="l" t="t" r="r" b="b"/>
              <a:pathLst>
                <a:path w="2392" h="171" extrusionOk="0">
                  <a:moveTo>
                    <a:pt x="110" y="0"/>
                  </a:moveTo>
                  <a:cubicBezTo>
                    <a:pt x="1" y="0"/>
                    <a:pt x="1" y="170"/>
                    <a:pt x="110" y="170"/>
                  </a:cubicBezTo>
                  <a:lnTo>
                    <a:pt x="2283" y="170"/>
                  </a:lnTo>
                  <a:cubicBezTo>
                    <a:pt x="2392" y="170"/>
                    <a:pt x="2392" y="0"/>
                    <a:pt x="22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20"/>
            <p:cNvSpPr/>
            <p:nvPr/>
          </p:nvSpPr>
          <p:spPr>
            <a:xfrm>
              <a:off x="7605087" y="1417431"/>
              <a:ext cx="219655" cy="11515"/>
            </a:xfrm>
            <a:custGeom>
              <a:avLst/>
              <a:gdLst/>
              <a:ahLst/>
              <a:cxnLst/>
              <a:rect l="l" t="t" r="r" b="b"/>
              <a:pathLst>
                <a:path w="3262" h="171" extrusionOk="0">
                  <a:moveTo>
                    <a:pt x="110" y="1"/>
                  </a:moveTo>
                  <a:cubicBezTo>
                    <a:pt x="1" y="1"/>
                    <a:pt x="1" y="171"/>
                    <a:pt x="110" y="171"/>
                  </a:cubicBezTo>
                  <a:lnTo>
                    <a:pt x="3151" y="171"/>
                  </a:lnTo>
                  <a:cubicBezTo>
                    <a:pt x="3262" y="171"/>
                    <a:pt x="3262" y="1"/>
                    <a:pt x="3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20"/>
            <p:cNvSpPr/>
            <p:nvPr/>
          </p:nvSpPr>
          <p:spPr>
            <a:xfrm>
              <a:off x="7599295" y="1470089"/>
              <a:ext cx="204975" cy="11515"/>
            </a:xfrm>
            <a:custGeom>
              <a:avLst/>
              <a:gdLst/>
              <a:ahLst/>
              <a:cxnLst/>
              <a:rect l="l" t="t" r="r" b="b"/>
              <a:pathLst>
                <a:path w="3044" h="171" extrusionOk="0">
                  <a:moveTo>
                    <a:pt x="109" y="1"/>
                  </a:moveTo>
                  <a:cubicBezTo>
                    <a:pt x="0" y="1"/>
                    <a:pt x="0" y="171"/>
                    <a:pt x="109" y="171"/>
                  </a:cubicBezTo>
                  <a:lnTo>
                    <a:pt x="2934" y="171"/>
                  </a:lnTo>
                  <a:cubicBezTo>
                    <a:pt x="3043" y="171"/>
                    <a:pt x="3043" y="1"/>
                    <a:pt x="29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87" name="Google Shape;687;p20"/>
          <p:cNvSpPr/>
          <p:nvPr/>
        </p:nvSpPr>
        <p:spPr>
          <a:xfrm flipH="1">
            <a:off x="719810" y="387104"/>
            <a:ext cx="718943" cy="741302"/>
          </a:xfrm>
          <a:custGeom>
            <a:avLst/>
            <a:gdLst/>
            <a:ahLst/>
            <a:cxnLst/>
            <a:rect l="l" t="t" r="r" b="b"/>
            <a:pathLst>
              <a:path w="9371" h="9688" extrusionOk="0">
                <a:moveTo>
                  <a:pt x="0" y="0"/>
                </a:moveTo>
                <a:lnTo>
                  <a:pt x="0" y="9687"/>
                </a:lnTo>
                <a:lnTo>
                  <a:pt x="9370" y="9687"/>
                </a:lnTo>
                <a:lnTo>
                  <a:pt x="937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8" name="Google Shape;688;p20"/>
          <p:cNvSpPr/>
          <p:nvPr/>
        </p:nvSpPr>
        <p:spPr>
          <a:xfrm flipH="1">
            <a:off x="773967" y="446164"/>
            <a:ext cx="610691" cy="623235"/>
          </a:xfrm>
          <a:custGeom>
            <a:avLst/>
            <a:gdLst/>
            <a:ahLst/>
            <a:cxnLst/>
            <a:rect l="l" t="t" r="r" b="b"/>
            <a:pathLst>
              <a:path w="7960" h="8145" extrusionOk="0">
                <a:moveTo>
                  <a:pt x="1" y="0"/>
                </a:moveTo>
                <a:lnTo>
                  <a:pt x="1" y="8145"/>
                </a:lnTo>
                <a:lnTo>
                  <a:pt x="7960" y="8145"/>
                </a:lnTo>
                <a:lnTo>
                  <a:pt x="796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9" name="Google Shape;689;p20"/>
          <p:cNvSpPr/>
          <p:nvPr/>
        </p:nvSpPr>
        <p:spPr>
          <a:xfrm flipH="1">
            <a:off x="825336" y="609957"/>
            <a:ext cx="295142" cy="31372"/>
          </a:xfrm>
          <a:custGeom>
            <a:avLst/>
            <a:gdLst/>
            <a:ahLst/>
            <a:cxnLst/>
            <a:rect l="l" t="t" r="r" b="b"/>
            <a:pathLst>
              <a:path w="3847" h="410" extrusionOk="0">
                <a:moveTo>
                  <a:pt x="0" y="0"/>
                </a:moveTo>
                <a:lnTo>
                  <a:pt x="0" y="409"/>
                </a:lnTo>
                <a:lnTo>
                  <a:pt x="3846" y="409"/>
                </a:lnTo>
                <a:lnTo>
                  <a:pt x="384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0" name="Google Shape;690;p20"/>
          <p:cNvSpPr/>
          <p:nvPr/>
        </p:nvSpPr>
        <p:spPr>
          <a:xfrm flipH="1">
            <a:off x="825336" y="682941"/>
            <a:ext cx="295142" cy="31449"/>
          </a:xfrm>
          <a:custGeom>
            <a:avLst/>
            <a:gdLst/>
            <a:ahLst/>
            <a:cxnLst/>
            <a:rect l="l" t="t" r="r" b="b"/>
            <a:pathLst>
              <a:path w="3847" h="411" extrusionOk="0">
                <a:moveTo>
                  <a:pt x="0" y="1"/>
                </a:moveTo>
                <a:lnTo>
                  <a:pt x="0" y="410"/>
                </a:lnTo>
                <a:lnTo>
                  <a:pt x="3846" y="410"/>
                </a:lnTo>
                <a:lnTo>
                  <a:pt x="384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1" name="Google Shape;691;p20"/>
          <p:cNvSpPr/>
          <p:nvPr/>
        </p:nvSpPr>
        <p:spPr>
          <a:xfrm flipH="1">
            <a:off x="825336" y="756155"/>
            <a:ext cx="295142" cy="31372"/>
          </a:xfrm>
          <a:custGeom>
            <a:avLst/>
            <a:gdLst/>
            <a:ahLst/>
            <a:cxnLst/>
            <a:rect l="l" t="t" r="r" b="b"/>
            <a:pathLst>
              <a:path w="3847" h="410" extrusionOk="0">
                <a:moveTo>
                  <a:pt x="0" y="0"/>
                </a:moveTo>
                <a:lnTo>
                  <a:pt x="0" y="410"/>
                </a:lnTo>
                <a:lnTo>
                  <a:pt x="3846" y="410"/>
                </a:lnTo>
                <a:lnTo>
                  <a:pt x="384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2" name="Google Shape;692;p20"/>
          <p:cNvSpPr/>
          <p:nvPr/>
        </p:nvSpPr>
        <p:spPr>
          <a:xfrm flipH="1">
            <a:off x="825336" y="829138"/>
            <a:ext cx="295142" cy="31449"/>
          </a:xfrm>
          <a:custGeom>
            <a:avLst/>
            <a:gdLst/>
            <a:ahLst/>
            <a:cxnLst/>
            <a:rect l="l" t="t" r="r" b="b"/>
            <a:pathLst>
              <a:path w="3847" h="411" extrusionOk="0">
                <a:moveTo>
                  <a:pt x="0" y="1"/>
                </a:moveTo>
                <a:lnTo>
                  <a:pt x="0" y="410"/>
                </a:lnTo>
                <a:lnTo>
                  <a:pt x="3846" y="410"/>
                </a:lnTo>
                <a:lnTo>
                  <a:pt x="384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p20"/>
          <p:cNvSpPr/>
          <p:nvPr/>
        </p:nvSpPr>
        <p:spPr>
          <a:xfrm flipH="1">
            <a:off x="825336" y="902199"/>
            <a:ext cx="295142" cy="31449"/>
          </a:xfrm>
          <a:custGeom>
            <a:avLst/>
            <a:gdLst/>
            <a:ahLst/>
            <a:cxnLst/>
            <a:rect l="l" t="t" r="r" b="b"/>
            <a:pathLst>
              <a:path w="3847" h="411" extrusionOk="0">
                <a:moveTo>
                  <a:pt x="0" y="1"/>
                </a:moveTo>
                <a:lnTo>
                  <a:pt x="0" y="410"/>
                </a:lnTo>
                <a:lnTo>
                  <a:pt x="3846" y="410"/>
                </a:lnTo>
                <a:lnTo>
                  <a:pt x="384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" name="Google Shape;694;p20"/>
          <p:cNvSpPr/>
          <p:nvPr/>
        </p:nvSpPr>
        <p:spPr>
          <a:xfrm flipH="1">
            <a:off x="1162471" y="605138"/>
            <a:ext cx="170779" cy="328796"/>
          </a:xfrm>
          <a:custGeom>
            <a:avLst/>
            <a:gdLst/>
            <a:ahLst/>
            <a:cxnLst/>
            <a:rect l="l" t="t" r="r" b="b"/>
            <a:pathLst>
              <a:path w="2226" h="4297" extrusionOk="0">
                <a:moveTo>
                  <a:pt x="1" y="1"/>
                </a:moveTo>
                <a:lnTo>
                  <a:pt x="1" y="4296"/>
                </a:lnTo>
                <a:lnTo>
                  <a:pt x="2225" y="4296"/>
                </a:lnTo>
                <a:lnTo>
                  <a:pt x="222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5" name="Google Shape;695;p20"/>
          <p:cNvSpPr/>
          <p:nvPr/>
        </p:nvSpPr>
        <p:spPr>
          <a:xfrm>
            <a:off x="413700" y="319350"/>
            <a:ext cx="8316600" cy="4504800"/>
          </a:xfrm>
          <a:prstGeom prst="rect">
            <a:avLst/>
          </a:prstGeom>
          <a:solidFill>
            <a:srgbClr val="FFFFFF">
              <a:alpha val="844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6" name="Google Shape;696;p20"/>
          <p:cNvSpPr txBox="1">
            <a:spLocks noGrp="1"/>
          </p:cNvSpPr>
          <p:nvPr>
            <p:ph type="title"/>
          </p:nvPr>
        </p:nvSpPr>
        <p:spPr>
          <a:xfrm>
            <a:off x="5160525" y="1585500"/>
            <a:ext cx="2630400" cy="96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697" name="Google Shape;697;p20"/>
          <p:cNvSpPr txBox="1">
            <a:spLocks noGrp="1"/>
          </p:cNvSpPr>
          <p:nvPr>
            <p:ph type="subTitle" idx="1"/>
          </p:nvPr>
        </p:nvSpPr>
        <p:spPr>
          <a:xfrm>
            <a:off x="5160650" y="2477700"/>
            <a:ext cx="2630400" cy="108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22"/>
          <p:cNvSpPr/>
          <p:nvPr/>
        </p:nvSpPr>
        <p:spPr>
          <a:xfrm>
            <a:off x="-45750" y="4286250"/>
            <a:ext cx="9235500" cy="866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8" name="Google Shape;738;p22"/>
          <p:cNvSpPr/>
          <p:nvPr/>
        </p:nvSpPr>
        <p:spPr>
          <a:xfrm>
            <a:off x="12" y="4289225"/>
            <a:ext cx="9191681" cy="126673"/>
          </a:xfrm>
          <a:custGeom>
            <a:avLst/>
            <a:gdLst/>
            <a:ahLst/>
            <a:cxnLst/>
            <a:rect l="l" t="t" r="r" b="b"/>
            <a:pathLst>
              <a:path w="150197" h="2386" extrusionOk="0">
                <a:moveTo>
                  <a:pt x="0" y="0"/>
                </a:moveTo>
                <a:lnTo>
                  <a:pt x="0" y="2386"/>
                </a:lnTo>
                <a:lnTo>
                  <a:pt x="150197" y="2386"/>
                </a:lnTo>
                <a:lnTo>
                  <a:pt x="15019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39" name="Google Shape;739;p22"/>
          <p:cNvGrpSpPr/>
          <p:nvPr/>
        </p:nvGrpSpPr>
        <p:grpSpPr>
          <a:xfrm>
            <a:off x="8243837" y="3176014"/>
            <a:ext cx="826275" cy="1271577"/>
            <a:chOff x="8243837" y="3176014"/>
            <a:chExt cx="826275" cy="1271577"/>
          </a:xfrm>
        </p:grpSpPr>
        <p:sp>
          <p:nvSpPr>
            <p:cNvPr id="740" name="Google Shape;740;p22"/>
            <p:cNvSpPr/>
            <p:nvPr/>
          </p:nvSpPr>
          <p:spPr>
            <a:xfrm flipH="1">
              <a:off x="8290827" y="3176014"/>
              <a:ext cx="731328" cy="589684"/>
            </a:xfrm>
            <a:custGeom>
              <a:avLst/>
              <a:gdLst/>
              <a:ahLst/>
              <a:cxnLst/>
              <a:rect l="l" t="t" r="r" b="b"/>
              <a:pathLst>
                <a:path w="13772" h="11134" extrusionOk="0">
                  <a:moveTo>
                    <a:pt x="1893" y="0"/>
                  </a:moveTo>
                  <a:cubicBezTo>
                    <a:pt x="847" y="0"/>
                    <a:pt x="0" y="848"/>
                    <a:pt x="0" y="1894"/>
                  </a:cubicBezTo>
                  <a:lnTo>
                    <a:pt x="0" y="11134"/>
                  </a:lnTo>
                  <a:lnTo>
                    <a:pt x="13772" y="11134"/>
                  </a:lnTo>
                  <a:lnTo>
                    <a:pt x="13772" y="1767"/>
                  </a:lnTo>
                  <a:cubicBezTo>
                    <a:pt x="13772" y="791"/>
                    <a:pt x="12981" y="0"/>
                    <a:pt x="1200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22"/>
            <p:cNvSpPr/>
            <p:nvPr/>
          </p:nvSpPr>
          <p:spPr>
            <a:xfrm flipH="1">
              <a:off x="8290717" y="3892725"/>
              <a:ext cx="731291" cy="94573"/>
            </a:xfrm>
            <a:custGeom>
              <a:avLst/>
              <a:gdLst/>
              <a:ahLst/>
              <a:cxnLst/>
              <a:rect l="l" t="t" r="r" b="b"/>
              <a:pathLst>
                <a:path w="64502" h="1786" extrusionOk="0">
                  <a:moveTo>
                    <a:pt x="1" y="0"/>
                  </a:moveTo>
                  <a:lnTo>
                    <a:pt x="1" y="1785"/>
                  </a:lnTo>
                  <a:lnTo>
                    <a:pt x="64501" y="1785"/>
                  </a:lnTo>
                  <a:lnTo>
                    <a:pt x="6450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22"/>
            <p:cNvSpPr/>
            <p:nvPr/>
          </p:nvSpPr>
          <p:spPr>
            <a:xfrm flipH="1">
              <a:off x="8243837" y="3765477"/>
              <a:ext cx="826275" cy="127322"/>
            </a:xfrm>
            <a:custGeom>
              <a:avLst/>
              <a:gdLst/>
              <a:ahLst/>
              <a:cxnLst/>
              <a:rect l="l" t="t" r="r" b="b"/>
              <a:pathLst>
                <a:path w="15560" h="2404" extrusionOk="0">
                  <a:moveTo>
                    <a:pt x="927" y="0"/>
                  </a:moveTo>
                  <a:cubicBezTo>
                    <a:pt x="416" y="0"/>
                    <a:pt x="1" y="416"/>
                    <a:pt x="1" y="927"/>
                  </a:cubicBezTo>
                  <a:lnTo>
                    <a:pt x="1" y="1416"/>
                  </a:lnTo>
                  <a:cubicBezTo>
                    <a:pt x="1" y="1961"/>
                    <a:pt x="443" y="2403"/>
                    <a:pt x="988" y="2403"/>
                  </a:cubicBezTo>
                  <a:lnTo>
                    <a:pt x="14663" y="2403"/>
                  </a:lnTo>
                  <a:cubicBezTo>
                    <a:pt x="15158" y="2403"/>
                    <a:pt x="15560" y="2002"/>
                    <a:pt x="15560" y="1506"/>
                  </a:cubicBezTo>
                  <a:lnTo>
                    <a:pt x="15560" y="904"/>
                  </a:lnTo>
                  <a:cubicBezTo>
                    <a:pt x="15560" y="406"/>
                    <a:pt x="15155" y="2"/>
                    <a:pt x="14656" y="2"/>
                  </a:cubicBezTo>
                  <a:lnTo>
                    <a:pt x="927" y="2"/>
                  </a:lnTo>
                  <a:lnTo>
                    <a:pt x="92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22"/>
            <p:cNvSpPr/>
            <p:nvPr/>
          </p:nvSpPr>
          <p:spPr>
            <a:xfrm flipH="1">
              <a:off x="8290749" y="3979138"/>
              <a:ext cx="67068" cy="468453"/>
            </a:xfrm>
            <a:custGeom>
              <a:avLst/>
              <a:gdLst/>
              <a:ahLst/>
              <a:cxnLst/>
              <a:rect l="l" t="t" r="r" b="b"/>
              <a:pathLst>
                <a:path w="1263" h="8845" extrusionOk="0">
                  <a:moveTo>
                    <a:pt x="0" y="0"/>
                  </a:moveTo>
                  <a:lnTo>
                    <a:pt x="0" y="8844"/>
                  </a:lnTo>
                  <a:lnTo>
                    <a:pt x="1263" y="8844"/>
                  </a:lnTo>
                  <a:lnTo>
                    <a:pt x="126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22"/>
            <p:cNvSpPr/>
            <p:nvPr/>
          </p:nvSpPr>
          <p:spPr>
            <a:xfrm flipH="1">
              <a:off x="8955086" y="3979138"/>
              <a:ext cx="67068" cy="468453"/>
            </a:xfrm>
            <a:custGeom>
              <a:avLst/>
              <a:gdLst/>
              <a:ahLst/>
              <a:cxnLst/>
              <a:rect l="l" t="t" r="r" b="b"/>
              <a:pathLst>
                <a:path w="1263" h="8845" extrusionOk="0">
                  <a:moveTo>
                    <a:pt x="0" y="0"/>
                  </a:moveTo>
                  <a:lnTo>
                    <a:pt x="0" y="8844"/>
                  </a:lnTo>
                  <a:lnTo>
                    <a:pt x="1263" y="8844"/>
                  </a:lnTo>
                  <a:lnTo>
                    <a:pt x="126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45" name="Google Shape;745;p22"/>
          <p:cNvSpPr/>
          <p:nvPr/>
        </p:nvSpPr>
        <p:spPr>
          <a:xfrm>
            <a:off x="7841675" y="577013"/>
            <a:ext cx="765914" cy="765914"/>
          </a:xfrm>
          <a:custGeom>
            <a:avLst/>
            <a:gdLst/>
            <a:ahLst/>
            <a:cxnLst/>
            <a:rect l="l" t="t" r="r" b="b"/>
            <a:pathLst>
              <a:path w="13649" h="13649" extrusionOk="0">
                <a:moveTo>
                  <a:pt x="6825" y="0"/>
                </a:moveTo>
                <a:cubicBezTo>
                  <a:pt x="5016" y="0"/>
                  <a:pt x="3280" y="720"/>
                  <a:pt x="2000" y="1999"/>
                </a:cubicBezTo>
                <a:cubicBezTo>
                  <a:pt x="721" y="3279"/>
                  <a:pt x="1" y="5014"/>
                  <a:pt x="1" y="6824"/>
                </a:cubicBezTo>
                <a:cubicBezTo>
                  <a:pt x="1" y="8634"/>
                  <a:pt x="721" y="10370"/>
                  <a:pt x="2000" y="11650"/>
                </a:cubicBezTo>
                <a:cubicBezTo>
                  <a:pt x="3280" y="12929"/>
                  <a:pt x="5016" y="13648"/>
                  <a:pt x="6825" y="13648"/>
                </a:cubicBezTo>
                <a:cubicBezTo>
                  <a:pt x="8635" y="13648"/>
                  <a:pt x="10371" y="12929"/>
                  <a:pt x="11650" y="11650"/>
                </a:cubicBezTo>
                <a:cubicBezTo>
                  <a:pt x="12931" y="10370"/>
                  <a:pt x="13649" y="8634"/>
                  <a:pt x="13649" y="6824"/>
                </a:cubicBezTo>
                <a:cubicBezTo>
                  <a:pt x="13649" y="5014"/>
                  <a:pt x="12931" y="3279"/>
                  <a:pt x="11650" y="1999"/>
                </a:cubicBezTo>
                <a:cubicBezTo>
                  <a:pt x="10371" y="720"/>
                  <a:pt x="8635" y="0"/>
                  <a:pt x="682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6" name="Google Shape;746;p22"/>
          <p:cNvSpPr/>
          <p:nvPr/>
        </p:nvSpPr>
        <p:spPr>
          <a:xfrm>
            <a:off x="7904801" y="640027"/>
            <a:ext cx="639767" cy="639879"/>
          </a:xfrm>
          <a:custGeom>
            <a:avLst/>
            <a:gdLst/>
            <a:ahLst/>
            <a:cxnLst/>
            <a:rect l="l" t="t" r="r" b="b"/>
            <a:pathLst>
              <a:path w="11401" h="11403" extrusionOk="0">
                <a:moveTo>
                  <a:pt x="5700" y="1"/>
                </a:moveTo>
                <a:cubicBezTo>
                  <a:pt x="2552" y="1"/>
                  <a:pt x="1" y="2554"/>
                  <a:pt x="1" y="5701"/>
                </a:cubicBezTo>
                <a:cubicBezTo>
                  <a:pt x="1" y="8849"/>
                  <a:pt x="2552" y="11402"/>
                  <a:pt x="5700" y="11402"/>
                </a:cubicBezTo>
                <a:cubicBezTo>
                  <a:pt x="8848" y="11402"/>
                  <a:pt x="11401" y="8849"/>
                  <a:pt x="11401" y="5701"/>
                </a:cubicBezTo>
                <a:cubicBezTo>
                  <a:pt x="11401" y="2554"/>
                  <a:pt x="8848" y="1"/>
                  <a:pt x="570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7" name="Google Shape;747;p22"/>
          <p:cNvSpPr/>
          <p:nvPr/>
        </p:nvSpPr>
        <p:spPr>
          <a:xfrm>
            <a:off x="8210614" y="728516"/>
            <a:ext cx="220981" cy="261440"/>
          </a:xfrm>
          <a:custGeom>
            <a:avLst/>
            <a:gdLst/>
            <a:ahLst/>
            <a:cxnLst/>
            <a:rect l="l" t="t" r="r" b="b"/>
            <a:pathLst>
              <a:path w="3938" h="4659" extrusionOk="0">
                <a:moveTo>
                  <a:pt x="267" y="0"/>
                </a:moveTo>
                <a:cubicBezTo>
                  <a:pt x="134" y="0"/>
                  <a:pt x="2" y="85"/>
                  <a:pt x="2" y="256"/>
                </a:cubicBezTo>
                <a:lnTo>
                  <a:pt x="2" y="4395"/>
                </a:lnTo>
                <a:cubicBezTo>
                  <a:pt x="1" y="4462"/>
                  <a:pt x="26" y="4525"/>
                  <a:pt x="73" y="4574"/>
                </a:cubicBezTo>
                <a:cubicBezTo>
                  <a:pt x="76" y="4576"/>
                  <a:pt x="80" y="4579"/>
                  <a:pt x="83" y="4582"/>
                </a:cubicBezTo>
                <a:cubicBezTo>
                  <a:pt x="86" y="4586"/>
                  <a:pt x="86" y="4586"/>
                  <a:pt x="87" y="4588"/>
                </a:cubicBezTo>
                <a:cubicBezTo>
                  <a:pt x="133" y="4632"/>
                  <a:pt x="194" y="4659"/>
                  <a:pt x="257" y="4659"/>
                </a:cubicBezTo>
                <a:cubicBezTo>
                  <a:pt x="261" y="4659"/>
                  <a:pt x="264" y="4659"/>
                  <a:pt x="267" y="4659"/>
                </a:cubicBezTo>
                <a:lnTo>
                  <a:pt x="3596" y="4659"/>
                </a:lnTo>
                <a:cubicBezTo>
                  <a:pt x="3937" y="4659"/>
                  <a:pt x="3937" y="4130"/>
                  <a:pt x="3597" y="4130"/>
                </a:cubicBezTo>
                <a:lnTo>
                  <a:pt x="532" y="4130"/>
                </a:lnTo>
                <a:lnTo>
                  <a:pt x="532" y="256"/>
                </a:lnTo>
                <a:cubicBezTo>
                  <a:pt x="532" y="85"/>
                  <a:pt x="399" y="0"/>
                  <a:pt x="26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48" name="Google Shape;748;p22"/>
          <p:cNvGrpSpPr/>
          <p:nvPr/>
        </p:nvGrpSpPr>
        <p:grpSpPr>
          <a:xfrm>
            <a:off x="-556550" y="1695075"/>
            <a:ext cx="1371503" cy="2747040"/>
            <a:chOff x="-285625" y="1695075"/>
            <a:chExt cx="1371503" cy="2747040"/>
          </a:xfrm>
        </p:grpSpPr>
        <p:sp>
          <p:nvSpPr>
            <p:cNvPr id="749" name="Google Shape;749;p22"/>
            <p:cNvSpPr/>
            <p:nvPr/>
          </p:nvSpPr>
          <p:spPr>
            <a:xfrm>
              <a:off x="465014" y="1695075"/>
              <a:ext cx="578478" cy="376071"/>
            </a:xfrm>
            <a:custGeom>
              <a:avLst/>
              <a:gdLst/>
              <a:ahLst/>
              <a:cxnLst/>
              <a:rect l="l" t="t" r="r" b="b"/>
              <a:pathLst>
                <a:path w="14390" h="9355" extrusionOk="0">
                  <a:moveTo>
                    <a:pt x="3478" y="1"/>
                  </a:moveTo>
                  <a:cubicBezTo>
                    <a:pt x="3157" y="1"/>
                    <a:pt x="2884" y="3"/>
                    <a:pt x="2672" y="8"/>
                  </a:cubicBezTo>
                  <a:cubicBezTo>
                    <a:pt x="689" y="50"/>
                    <a:pt x="87" y="94"/>
                    <a:pt x="87" y="697"/>
                  </a:cubicBezTo>
                  <a:cubicBezTo>
                    <a:pt x="87" y="1301"/>
                    <a:pt x="0" y="7546"/>
                    <a:pt x="87" y="9010"/>
                  </a:cubicBezTo>
                  <a:lnTo>
                    <a:pt x="14303" y="9355"/>
                  </a:lnTo>
                  <a:cubicBezTo>
                    <a:pt x="14303" y="9355"/>
                    <a:pt x="14389" y="4789"/>
                    <a:pt x="14389" y="2635"/>
                  </a:cubicBezTo>
                  <a:cubicBezTo>
                    <a:pt x="14389" y="482"/>
                    <a:pt x="14044" y="309"/>
                    <a:pt x="13053" y="223"/>
                  </a:cubicBezTo>
                  <a:cubicBezTo>
                    <a:pt x="12167" y="147"/>
                    <a:pt x="6163" y="1"/>
                    <a:pt x="34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22"/>
            <p:cNvSpPr/>
            <p:nvPr/>
          </p:nvSpPr>
          <p:spPr>
            <a:xfrm>
              <a:off x="-285625" y="2048625"/>
              <a:ext cx="1368931" cy="2386272"/>
            </a:xfrm>
            <a:custGeom>
              <a:avLst/>
              <a:gdLst/>
              <a:ahLst/>
              <a:cxnLst/>
              <a:rect l="l" t="t" r="r" b="b"/>
              <a:pathLst>
                <a:path w="34053" h="59360" extrusionOk="0">
                  <a:moveTo>
                    <a:pt x="34052" y="0"/>
                  </a:moveTo>
                  <a:cubicBezTo>
                    <a:pt x="31725" y="0"/>
                    <a:pt x="16908" y="173"/>
                    <a:pt x="16477" y="344"/>
                  </a:cubicBezTo>
                  <a:cubicBezTo>
                    <a:pt x="16045" y="517"/>
                    <a:pt x="16477" y="18523"/>
                    <a:pt x="16477" y="18523"/>
                  </a:cubicBezTo>
                  <a:cubicBezTo>
                    <a:pt x="12256" y="18696"/>
                    <a:pt x="248" y="18948"/>
                    <a:pt x="163" y="19206"/>
                  </a:cubicBezTo>
                  <a:cubicBezTo>
                    <a:pt x="77" y="19465"/>
                    <a:pt x="0" y="58335"/>
                    <a:pt x="87" y="59196"/>
                  </a:cubicBezTo>
                  <a:lnTo>
                    <a:pt x="34052" y="59359"/>
                  </a:lnTo>
                  <a:lnTo>
                    <a:pt x="3405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22"/>
            <p:cNvSpPr/>
            <p:nvPr/>
          </p:nvSpPr>
          <p:spPr>
            <a:xfrm>
              <a:off x="371913" y="2788649"/>
              <a:ext cx="34331" cy="1653466"/>
            </a:xfrm>
            <a:custGeom>
              <a:avLst/>
              <a:gdLst/>
              <a:ahLst/>
              <a:cxnLst/>
              <a:rect l="l" t="t" r="r" b="b"/>
              <a:pathLst>
                <a:path w="854" h="41131" extrusionOk="0">
                  <a:moveTo>
                    <a:pt x="115" y="1"/>
                  </a:moveTo>
                  <a:cubicBezTo>
                    <a:pt x="56" y="1"/>
                    <a:pt x="0" y="38"/>
                    <a:pt x="3" y="114"/>
                  </a:cubicBezTo>
                  <a:cubicBezTo>
                    <a:pt x="24" y="651"/>
                    <a:pt x="30" y="1188"/>
                    <a:pt x="40" y="1725"/>
                  </a:cubicBezTo>
                  <a:cubicBezTo>
                    <a:pt x="61" y="2820"/>
                    <a:pt x="79" y="3915"/>
                    <a:pt x="98" y="5010"/>
                  </a:cubicBezTo>
                  <a:cubicBezTo>
                    <a:pt x="122" y="6517"/>
                    <a:pt x="146" y="8024"/>
                    <a:pt x="169" y="9532"/>
                  </a:cubicBezTo>
                  <a:cubicBezTo>
                    <a:pt x="196" y="11321"/>
                    <a:pt x="222" y="13112"/>
                    <a:pt x="248" y="14901"/>
                  </a:cubicBezTo>
                  <a:cubicBezTo>
                    <a:pt x="276" y="16820"/>
                    <a:pt x="305" y="18740"/>
                    <a:pt x="333" y="20659"/>
                  </a:cubicBezTo>
                  <a:cubicBezTo>
                    <a:pt x="360" y="22582"/>
                    <a:pt x="388" y="24504"/>
                    <a:pt x="415" y="26428"/>
                  </a:cubicBezTo>
                  <a:cubicBezTo>
                    <a:pt x="441" y="28206"/>
                    <a:pt x="466" y="29985"/>
                    <a:pt x="490" y="31763"/>
                  </a:cubicBezTo>
                  <a:cubicBezTo>
                    <a:pt x="511" y="33254"/>
                    <a:pt x="533" y="34742"/>
                    <a:pt x="553" y="36231"/>
                  </a:cubicBezTo>
                  <a:cubicBezTo>
                    <a:pt x="568" y="37301"/>
                    <a:pt x="582" y="38371"/>
                    <a:pt x="598" y="39441"/>
                  </a:cubicBezTo>
                  <a:cubicBezTo>
                    <a:pt x="605" y="39944"/>
                    <a:pt x="602" y="40449"/>
                    <a:pt x="618" y="40952"/>
                  </a:cubicBezTo>
                  <a:cubicBezTo>
                    <a:pt x="618" y="40974"/>
                    <a:pt x="618" y="40996"/>
                    <a:pt x="619" y="41018"/>
                  </a:cubicBezTo>
                  <a:cubicBezTo>
                    <a:pt x="621" y="41093"/>
                    <a:pt x="680" y="41130"/>
                    <a:pt x="738" y="41130"/>
                  </a:cubicBezTo>
                  <a:cubicBezTo>
                    <a:pt x="796" y="41130"/>
                    <a:pt x="854" y="41093"/>
                    <a:pt x="853" y="41018"/>
                  </a:cubicBezTo>
                  <a:lnTo>
                    <a:pt x="839" y="39977"/>
                  </a:lnTo>
                  <a:cubicBezTo>
                    <a:pt x="826" y="39031"/>
                    <a:pt x="812" y="38084"/>
                    <a:pt x="799" y="37138"/>
                  </a:cubicBezTo>
                  <a:cubicBezTo>
                    <a:pt x="779" y="35737"/>
                    <a:pt x="761" y="34337"/>
                    <a:pt x="741" y="32938"/>
                  </a:cubicBezTo>
                  <a:cubicBezTo>
                    <a:pt x="717" y="31214"/>
                    <a:pt x="693" y="29491"/>
                    <a:pt x="667" y="27770"/>
                  </a:cubicBezTo>
                  <a:cubicBezTo>
                    <a:pt x="642" y="25876"/>
                    <a:pt x="615" y="23982"/>
                    <a:pt x="587" y="22087"/>
                  </a:cubicBezTo>
                  <a:cubicBezTo>
                    <a:pt x="560" y="20148"/>
                    <a:pt x="531" y="18210"/>
                    <a:pt x="503" y="16272"/>
                  </a:cubicBezTo>
                  <a:cubicBezTo>
                    <a:pt x="476" y="14436"/>
                    <a:pt x="448" y="12600"/>
                    <a:pt x="421" y="10764"/>
                  </a:cubicBezTo>
                  <a:cubicBezTo>
                    <a:pt x="397" y="9178"/>
                    <a:pt x="373" y="7591"/>
                    <a:pt x="346" y="6006"/>
                  </a:cubicBezTo>
                  <a:cubicBezTo>
                    <a:pt x="327" y="4796"/>
                    <a:pt x="306" y="3587"/>
                    <a:pt x="285" y="2378"/>
                  </a:cubicBezTo>
                  <a:cubicBezTo>
                    <a:pt x="273" y="1695"/>
                    <a:pt x="262" y="1012"/>
                    <a:pt x="242" y="329"/>
                  </a:cubicBezTo>
                  <a:cubicBezTo>
                    <a:pt x="241" y="257"/>
                    <a:pt x="239" y="185"/>
                    <a:pt x="237" y="114"/>
                  </a:cubicBezTo>
                  <a:cubicBezTo>
                    <a:pt x="233" y="39"/>
                    <a:pt x="173" y="1"/>
                    <a:pt x="1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22"/>
            <p:cNvSpPr/>
            <p:nvPr/>
          </p:nvSpPr>
          <p:spPr>
            <a:xfrm>
              <a:off x="-282087" y="3592027"/>
              <a:ext cx="1367966" cy="24924"/>
            </a:xfrm>
            <a:custGeom>
              <a:avLst/>
              <a:gdLst/>
              <a:ahLst/>
              <a:cxnLst/>
              <a:rect l="l" t="t" r="r" b="b"/>
              <a:pathLst>
                <a:path w="34029" h="620" extrusionOk="0">
                  <a:moveTo>
                    <a:pt x="33879" y="0"/>
                  </a:moveTo>
                  <a:cubicBezTo>
                    <a:pt x="33879" y="0"/>
                    <a:pt x="33879" y="0"/>
                    <a:pt x="33878" y="0"/>
                  </a:cubicBezTo>
                  <a:lnTo>
                    <a:pt x="32971" y="10"/>
                  </a:lnTo>
                  <a:lnTo>
                    <a:pt x="30525" y="38"/>
                  </a:lnTo>
                  <a:lnTo>
                    <a:pt x="26883" y="80"/>
                  </a:lnTo>
                  <a:lnTo>
                    <a:pt x="22470" y="131"/>
                  </a:lnTo>
                  <a:lnTo>
                    <a:pt x="17605" y="186"/>
                  </a:lnTo>
                  <a:lnTo>
                    <a:pt x="12726" y="241"/>
                  </a:lnTo>
                  <a:lnTo>
                    <a:pt x="8146" y="295"/>
                  </a:lnTo>
                  <a:lnTo>
                    <a:pt x="4303" y="339"/>
                  </a:lnTo>
                  <a:lnTo>
                    <a:pt x="1519" y="370"/>
                  </a:lnTo>
                  <a:cubicBezTo>
                    <a:pt x="1083" y="376"/>
                    <a:pt x="645" y="373"/>
                    <a:pt x="208" y="386"/>
                  </a:cubicBezTo>
                  <a:lnTo>
                    <a:pt x="152" y="386"/>
                  </a:lnTo>
                  <a:cubicBezTo>
                    <a:pt x="2" y="387"/>
                    <a:pt x="0" y="619"/>
                    <a:pt x="150" y="619"/>
                  </a:cubicBezTo>
                  <a:cubicBezTo>
                    <a:pt x="151" y="619"/>
                    <a:pt x="151" y="619"/>
                    <a:pt x="152" y="619"/>
                  </a:cubicBezTo>
                  <a:lnTo>
                    <a:pt x="152" y="618"/>
                  </a:lnTo>
                  <a:lnTo>
                    <a:pt x="1058" y="608"/>
                  </a:lnTo>
                  <a:lnTo>
                    <a:pt x="3505" y="580"/>
                  </a:lnTo>
                  <a:lnTo>
                    <a:pt x="7146" y="538"/>
                  </a:lnTo>
                  <a:lnTo>
                    <a:pt x="11559" y="488"/>
                  </a:lnTo>
                  <a:lnTo>
                    <a:pt x="16425" y="432"/>
                  </a:lnTo>
                  <a:lnTo>
                    <a:pt x="21302" y="377"/>
                  </a:lnTo>
                  <a:lnTo>
                    <a:pt x="25882" y="325"/>
                  </a:lnTo>
                  <a:lnTo>
                    <a:pt x="29727" y="281"/>
                  </a:lnTo>
                  <a:lnTo>
                    <a:pt x="32511" y="250"/>
                  </a:lnTo>
                  <a:cubicBezTo>
                    <a:pt x="32946" y="244"/>
                    <a:pt x="33384" y="247"/>
                    <a:pt x="33821" y="234"/>
                  </a:cubicBezTo>
                  <a:lnTo>
                    <a:pt x="33878" y="234"/>
                  </a:lnTo>
                  <a:cubicBezTo>
                    <a:pt x="34028" y="233"/>
                    <a:pt x="34028" y="0"/>
                    <a:pt x="338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22"/>
            <p:cNvSpPr/>
            <p:nvPr/>
          </p:nvSpPr>
          <p:spPr>
            <a:xfrm>
              <a:off x="405278" y="2774700"/>
              <a:ext cx="652888" cy="23276"/>
            </a:xfrm>
            <a:custGeom>
              <a:avLst/>
              <a:gdLst/>
              <a:ahLst/>
              <a:cxnLst/>
              <a:rect l="l" t="t" r="r" b="b"/>
              <a:pathLst>
                <a:path w="16241" h="579" extrusionOk="0">
                  <a:moveTo>
                    <a:pt x="16093" y="0"/>
                  </a:moveTo>
                  <a:cubicBezTo>
                    <a:pt x="16092" y="0"/>
                    <a:pt x="16091" y="0"/>
                    <a:pt x="16091" y="0"/>
                  </a:cubicBezTo>
                  <a:lnTo>
                    <a:pt x="15661" y="10"/>
                  </a:lnTo>
                  <a:lnTo>
                    <a:pt x="14505" y="34"/>
                  </a:lnTo>
                  <a:lnTo>
                    <a:pt x="12784" y="73"/>
                  </a:lnTo>
                  <a:lnTo>
                    <a:pt x="10699" y="117"/>
                  </a:lnTo>
                  <a:lnTo>
                    <a:pt x="8400" y="168"/>
                  </a:lnTo>
                  <a:lnTo>
                    <a:pt x="6095" y="217"/>
                  </a:lnTo>
                  <a:lnTo>
                    <a:pt x="3930" y="264"/>
                  </a:lnTo>
                  <a:lnTo>
                    <a:pt x="2114" y="302"/>
                  </a:lnTo>
                  <a:lnTo>
                    <a:pt x="798" y="330"/>
                  </a:lnTo>
                  <a:cubicBezTo>
                    <a:pt x="592" y="336"/>
                    <a:pt x="386" y="336"/>
                    <a:pt x="179" y="345"/>
                  </a:cubicBezTo>
                  <a:lnTo>
                    <a:pt x="152" y="345"/>
                  </a:lnTo>
                  <a:cubicBezTo>
                    <a:pt x="3" y="347"/>
                    <a:pt x="0" y="578"/>
                    <a:pt x="149" y="578"/>
                  </a:cubicBezTo>
                  <a:cubicBezTo>
                    <a:pt x="150" y="578"/>
                    <a:pt x="151" y="578"/>
                    <a:pt x="152" y="578"/>
                  </a:cubicBezTo>
                  <a:lnTo>
                    <a:pt x="580" y="568"/>
                  </a:lnTo>
                  <a:lnTo>
                    <a:pt x="1736" y="543"/>
                  </a:lnTo>
                  <a:lnTo>
                    <a:pt x="3457" y="506"/>
                  </a:lnTo>
                  <a:lnTo>
                    <a:pt x="5542" y="461"/>
                  </a:lnTo>
                  <a:lnTo>
                    <a:pt x="7841" y="411"/>
                  </a:lnTo>
                  <a:lnTo>
                    <a:pt x="10146" y="362"/>
                  </a:lnTo>
                  <a:lnTo>
                    <a:pt x="12311" y="315"/>
                  </a:lnTo>
                  <a:lnTo>
                    <a:pt x="14129" y="275"/>
                  </a:lnTo>
                  <a:lnTo>
                    <a:pt x="15443" y="247"/>
                  </a:lnTo>
                  <a:cubicBezTo>
                    <a:pt x="15650" y="243"/>
                    <a:pt x="15857" y="241"/>
                    <a:pt x="16064" y="234"/>
                  </a:cubicBezTo>
                  <a:lnTo>
                    <a:pt x="16091" y="234"/>
                  </a:lnTo>
                  <a:cubicBezTo>
                    <a:pt x="16240" y="231"/>
                    <a:pt x="16241" y="0"/>
                    <a:pt x="1609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22"/>
            <p:cNvSpPr/>
            <p:nvPr/>
          </p:nvSpPr>
          <p:spPr>
            <a:xfrm>
              <a:off x="615922" y="2189201"/>
              <a:ext cx="198749" cy="47838"/>
            </a:xfrm>
            <a:custGeom>
              <a:avLst/>
              <a:gdLst/>
              <a:ahLst/>
              <a:cxnLst/>
              <a:rect l="l" t="t" r="r" b="b"/>
              <a:pathLst>
                <a:path w="4944" h="1190" extrusionOk="0">
                  <a:moveTo>
                    <a:pt x="1263" y="1"/>
                  </a:moveTo>
                  <a:cubicBezTo>
                    <a:pt x="333" y="1"/>
                    <a:pt x="0" y="149"/>
                    <a:pt x="37" y="633"/>
                  </a:cubicBezTo>
                  <a:cubicBezTo>
                    <a:pt x="74" y="1116"/>
                    <a:pt x="445" y="1189"/>
                    <a:pt x="1411" y="1189"/>
                  </a:cubicBezTo>
                  <a:cubicBezTo>
                    <a:pt x="2378" y="1189"/>
                    <a:pt x="3531" y="1152"/>
                    <a:pt x="4087" y="1152"/>
                  </a:cubicBezTo>
                  <a:cubicBezTo>
                    <a:pt x="4644" y="1152"/>
                    <a:pt x="4943" y="855"/>
                    <a:pt x="4905" y="557"/>
                  </a:cubicBezTo>
                  <a:cubicBezTo>
                    <a:pt x="4868" y="260"/>
                    <a:pt x="4793" y="38"/>
                    <a:pt x="4012" y="38"/>
                  </a:cubicBezTo>
                  <a:cubicBezTo>
                    <a:pt x="3233" y="38"/>
                    <a:pt x="2118" y="1"/>
                    <a:pt x="12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22"/>
            <p:cNvSpPr/>
            <p:nvPr/>
          </p:nvSpPr>
          <p:spPr>
            <a:xfrm>
              <a:off x="618494" y="3028155"/>
              <a:ext cx="198709" cy="47878"/>
            </a:xfrm>
            <a:custGeom>
              <a:avLst/>
              <a:gdLst/>
              <a:ahLst/>
              <a:cxnLst/>
              <a:rect l="l" t="t" r="r" b="b"/>
              <a:pathLst>
                <a:path w="4943" h="1191" extrusionOk="0">
                  <a:moveTo>
                    <a:pt x="1264" y="1"/>
                  </a:moveTo>
                  <a:cubicBezTo>
                    <a:pt x="335" y="1"/>
                    <a:pt x="0" y="150"/>
                    <a:pt x="37" y="633"/>
                  </a:cubicBezTo>
                  <a:cubicBezTo>
                    <a:pt x="74" y="1117"/>
                    <a:pt x="446" y="1191"/>
                    <a:pt x="1413" y="1191"/>
                  </a:cubicBezTo>
                  <a:cubicBezTo>
                    <a:pt x="2379" y="1191"/>
                    <a:pt x="3530" y="1154"/>
                    <a:pt x="4089" y="1154"/>
                  </a:cubicBezTo>
                  <a:cubicBezTo>
                    <a:pt x="4645" y="1154"/>
                    <a:pt x="4943" y="855"/>
                    <a:pt x="4906" y="559"/>
                  </a:cubicBezTo>
                  <a:cubicBezTo>
                    <a:pt x="4869" y="262"/>
                    <a:pt x="4794" y="39"/>
                    <a:pt x="4014" y="39"/>
                  </a:cubicBezTo>
                  <a:cubicBezTo>
                    <a:pt x="3233" y="39"/>
                    <a:pt x="2119" y="1"/>
                    <a:pt x="126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22"/>
            <p:cNvSpPr/>
            <p:nvPr/>
          </p:nvSpPr>
          <p:spPr>
            <a:xfrm>
              <a:off x="-77594" y="3028155"/>
              <a:ext cx="198749" cy="47878"/>
            </a:xfrm>
            <a:custGeom>
              <a:avLst/>
              <a:gdLst/>
              <a:ahLst/>
              <a:cxnLst/>
              <a:rect l="l" t="t" r="r" b="b"/>
              <a:pathLst>
                <a:path w="4944" h="1191" extrusionOk="0">
                  <a:moveTo>
                    <a:pt x="1263" y="1"/>
                  </a:moveTo>
                  <a:cubicBezTo>
                    <a:pt x="333" y="1"/>
                    <a:pt x="0" y="150"/>
                    <a:pt x="37" y="633"/>
                  </a:cubicBezTo>
                  <a:cubicBezTo>
                    <a:pt x="73" y="1117"/>
                    <a:pt x="445" y="1191"/>
                    <a:pt x="1411" y="1191"/>
                  </a:cubicBezTo>
                  <a:cubicBezTo>
                    <a:pt x="2379" y="1191"/>
                    <a:pt x="3531" y="1154"/>
                    <a:pt x="4087" y="1154"/>
                  </a:cubicBezTo>
                  <a:cubicBezTo>
                    <a:pt x="4646" y="1154"/>
                    <a:pt x="4943" y="855"/>
                    <a:pt x="4905" y="559"/>
                  </a:cubicBezTo>
                  <a:cubicBezTo>
                    <a:pt x="4868" y="262"/>
                    <a:pt x="4794" y="39"/>
                    <a:pt x="4014" y="39"/>
                  </a:cubicBezTo>
                  <a:cubicBezTo>
                    <a:pt x="3233" y="39"/>
                    <a:pt x="2118" y="1"/>
                    <a:pt x="12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22"/>
            <p:cNvSpPr/>
            <p:nvPr/>
          </p:nvSpPr>
          <p:spPr>
            <a:xfrm>
              <a:off x="-38641" y="3778872"/>
              <a:ext cx="198749" cy="47798"/>
            </a:xfrm>
            <a:custGeom>
              <a:avLst/>
              <a:gdLst/>
              <a:ahLst/>
              <a:cxnLst/>
              <a:rect l="l" t="t" r="r" b="b"/>
              <a:pathLst>
                <a:path w="4944" h="1189" extrusionOk="0">
                  <a:moveTo>
                    <a:pt x="1263" y="0"/>
                  </a:moveTo>
                  <a:cubicBezTo>
                    <a:pt x="335" y="0"/>
                    <a:pt x="0" y="148"/>
                    <a:pt x="37" y="632"/>
                  </a:cubicBezTo>
                  <a:cubicBezTo>
                    <a:pt x="74" y="1115"/>
                    <a:pt x="445" y="1189"/>
                    <a:pt x="1411" y="1189"/>
                  </a:cubicBezTo>
                  <a:cubicBezTo>
                    <a:pt x="2378" y="1189"/>
                    <a:pt x="3531" y="1152"/>
                    <a:pt x="4087" y="1152"/>
                  </a:cubicBezTo>
                  <a:cubicBezTo>
                    <a:pt x="4646" y="1152"/>
                    <a:pt x="4943" y="854"/>
                    <a:pt x="4905" y="557"/>
                  </a:cubicBezTo>
                  <a:cubicBezTo>
                    <a:pt x="4868" y="259"/>
                    <a:pt x="4794" y="37"/>
                    <a:pt x="4014" y="37"/>
                  </a:cubicBezTo>
                  <a:cubicBezTo>
                    <a:pt x="3233" y="37"/>
                    <a:pt x="2118" y="0"/>
                    <a:pt x="12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22"/>
            <p:cNvSpPr/>
            <p:nvPr/>
          </p:nvSpPr>
          <p:spPr>
            <a:xfrm>
              <a:off x="615922" y="3768420"/>
              <a:ext cx="198749" cy="47878"/>
            </a:xfrm>
            <a:custGeom>
              <a:avLst/>
              <a:gdLst/>
              <a:ahLst/>
              <a:cxnLst/>
              <a:rect l="l" t="t" r="r" b="b"/>
              <a:pathLst>
                <a:path w="4944" h="1191" extrusionOk="0">
                  <a:moveTo>
                    <a:pt x="1263" y="1"/>
                  </a:moveTo>
                  <a:cubicBezTo>
                    <a:pt x="333" y="1"/>
                    <a:pt x="0" y="150"/>
                    <a:pt x="37" y="633"/>
                  </a:cubicBezTo>
                  <a:cubicBezTo>
                    <a:pt x="74" y="1116"/>
                    <a:pt x="445" y="1191"/>
                    <a:pt x="1411" y="1191"/>
                  </a:cubicBezTo>
                  <a:cubicBezTo>
                    <a:pt x="2378" y="1191"/>
                    <a:pt x="3531" y="1153"/>
                    <a:pt x="4087" y="1153"/>
                  </a:cubicBezTo>
                  <a:cubicBezTo>
                    <a:pt x="4644" y="1153"/>
                    <a:pt x="4943" y="855"/>
                    <a:pt x="4905" y="559"/>
                  </a:cubicBezTo>
                  <a:cubicBezTo>
                    <a:pt x="4868" y="262"/>
                    <a:pt x="4793" y="38"/>
                    <a:pt x="4012" y="38"/>
                  </a:cubicBezTo>
                  <a:cubicBezTo>
                    <a:pt x="3233" y="38"/>
                    <a:pt x="2118" y="1"/>
                    <a:pt x="12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22"/>
            <p:cNvSpPr/>
            <p:nvPr/>
          </p:nvSpPr>
          <p:spPr>
            <a:xfrm>
              <a:off x="-156827" y="2070695"/>
              <a:ext cx="423748" cy="430542"/>
            </a:xfrm>
            <a:custGeom>
              <a:avLst/>
              <a:gdLst/>
              <a:ahLst/>
              <a:cxnLst/>
              <a:rect l="l" t="t" r="r" b="b"/>
              <a:pathLst>
                <a:path w="10541" h="10710" extrusionOk="0">
                  <a:moveTo>
                    <a:pt x="3783" y="1"/>
                  </a:moveTo>
                  <a:cubicBezTo>
                    <a:pt x="3499" y="1"/>
                    <a:pt x="2763" y="236"/>
                    <a:pt x="2846" y="3430"/>
                  </a:cubicBezTo>
                  <a:cubicBezTo>
                    <a:pt x="2929" y="6666"/>
                    <a:pt x="3347" y="8227"/>
                    <a:pt x="4017" y="9956"/>
                  </a:cubicBezTo>
                  <a:cubicBezTo>
                    <a:pt x="4017" y="9956"/>
                    <a:pt x="3486" y="9426"/>
                    <a:pt x="2595" y="7920"/>
                  </a:cubicBezTo>
                  <a:cubicBezTo>
                    <a:pt x="1719" y="6442"/>
                    <a:pt x="1213" y="5664"/>
                    <a:pt x="639" y="5664"/>
                  </a:cubicBezTo>
                  <a:cubicBezTo>
                    <a:pt x="629" y="5664"/>
                    <a:pt x="618" y="5664"/>
                    <a:pt x="607" y="5664"/>
                  </a:cubicBezTo>
                  <a:cubicBezTo>
                    <a:pt x="22" y="5693"/>
                    <a:pt x="1" y="6665"/>
                    <a:pt x="781" y="7920"/>
                  </a:cubicBezTo>
                  <a:cubicBezTo>
                    <a:pt x="1563" y="9175"/>
                    <a:pt x="2344" y="10067"/>
                    <a:pt x="3989" y="10485"/>
                  </a:cubicBezTo>
                  <a:cubicBezTo>
                    <a:pt x="3989" y="10485"/>
                    <a:pt x="3915" y="10710"/>
                    <a:pt x="4771" y="10710"/>
                  </a:cubicBezTo>
                  <a:cubicBezTo>
                    <a:pt x="5085" y="10710"/>
                    <a:pt x="5523" y="10680"/>
                    <a:pt x="6136" y="10597"/>
                  </a:cubicBezTo>
                  <a:cubicBezTo>
                    <a:pt x="10235" y="8506"/>
                    <a:pt x="10541" y="5912"/>
                    <a:pt x="9984" y="5662"/>
                  </a:cubicBezTo>
                  <a:cubicBezTo>
                    <a:pt x="9963" y="5652"/>
                    <a:pt x="9940" y="5648"/>
                    <a:pt x="9916" y="5648"/>
                  </a:cubicBezTo>
                  <a:cubicBezTo>
                    <a:pt x="9277" y="5648"/>
                    <a:pt x="7348" y="8664"/>
                    <a:pt x="5523" y="9845"/>
                  </a:cubicBezTo>
                  <a:cubicBezTo>
                    <a:pt x="7251" y="7223"/>
                    <a:pt x="9399" y="2874"/>
                    <a:pt x="8757" y="2205"/>
                  </a:cubicBezTo>
                  <a:cubicBezTo>
                    <a:pt x="8652" y="2095"/>
                    <a:pt x="8497" y="2032"/>
                    <a:pt x="8311" y="2032"/>
                  </a:cubicBezTo>
                  <a:cubicBezTo>
                    <a:pt x="7782" y="2032"/>
                    <a:pt x="6997" y="2539"/>
                    <a:pt x="6357" y="3921"/>
                  </a:cubicBezTo>
                  <a:cubicBezTo>
                    <a:pt x="5493" y="5789"/>
                    <a:pt x="5607" y="8339"/>
                    <a:pt x="4880" y="9705"/>
                  </a:cubicBezTo>
                  <a:cubicBezTo>
                    <a:pt x="4880" y="9705"/>
                    <a:pt x="5026" y="6730"/>
                    <a:pt x="4969" y="4890"/>
                  </a:cubicBezTo>
                  <a:cubicBezTo>
                    <a:pt x="4912" y="3049"/>
                    <a:pt x="4289" y="11"/>
                    <a:pt x="3793" y="1"/>
                  </a:cubicBezTo>
                  <a:cubicBezTo>
                    <a:pt x="3790" y="1"/>
                    <a:pt x="3786" y="1"/>
                    <a:pt x="37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22"/>
            <p:cNvSpPr/>
            <p:nvPr/>
          </p:nvSpPr>
          <p:spPr>
            <a:xfrm>
              <a:off x="-150596" y="2475378"/>
              <a:ext cx="376111" cy="330082"/>
            </a:xfrm>
            <a:custGeom>
              <a:avLst/>
              <a:gdLst/>
              <a:ahLst/>
              <a:cxnLst/>
              <a:rect l="l" t="t" r="r" b="b"/>
              <a:pathLst>
                <a:path w="9356" h="8211" extrusionOk="0">
                  <a:moveTo>
                    <a:pt x="935" y="0"/>
                  </a:moveTo>
                  <a:cubicBezTo>
                    <a:pt x="558" y="0"/>
                    <a:pt x="126" y="251"/>
                    <a:pt x="126" y="614"/>
                  </a:cubicBezTo>
                  <a:cubicBezTo>
                    <a:pt x="0" y="2539"/>
                    <a:pt x="393" y="7674"/>
                    <a:pt x="3166" y="8080"/>
                  </a:cubicBezTo>
                  <a:cubicBezTo>
                    <a:pt x="3699" y="8155"/>
                    <a:pt x="4296" y="8211"/>
                    <a:pt x="4921" y="8211"/>
                  </a:cubicBezTo>
                  <a:cubicBezTo>
                    <a:pt x="5548" y="8211"/>
                    <a:pt x="6203" y="8154"/>
                    <a:pt x="6850" y="8003"/>
                  </a:cubicBezTo>
                  <a:cubicBezTo>
                    <a:pt x="8398" y="7334"/>
                    <a:pt x="9356" y="5466"/>
                    <a:pt x="9272" y="697"/>
                  </a:cubicBezTo>
                  <a:cubicBezTo>
                    <a:pt x="9272" y="363"/>
                    <a:pt x="9175" y="0"/>
                    <a:pt x="863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22"/>
            <p:cNvSpPr/>
            <p:nvPr/>
          </p:nvSpPr>
          <p:spPr>
            <a:xfrm>
              <a:off x="471084" y="1794568"/>
              <a:ext cx="564529" cy="20381"/>
            </a:xfrm>
            <a:custGeom>
              <a:avLst/>
              <a:gdLst/>
              <a:ahLst/>
              <a:cxnLst/>
              <a:rect l="l" t="t" r="r" b="b"/>
              <a:pathLst>
                <a:path w="14043" h="507" extrusionOk="0">
                  <a:moveTo>
                    <a:pt x="151" y="0"/>
                  </a:moveTo>
                  <a:cubicBezTo>
                    <a:pt x="1" y="0"/>
                    <a:pt x="1" y="233"/>
                    <a:pt x="151" y="234"/>
                  </a:cubicBezTo>
                  <a:cubicBezTo>
                    <a:pt x="597" y="235"/>
                    <a:pt x="1038" y="295"/>
                    <a:pt x="1478" y="363"/>
                  </a:cubicBezTo>
                  <a:cubicBezTo>
                    <a:pt x="1694" y="396"/>
                    <a:pt x="1911" y="438"/>
                    <a:pt x="2129" y="456"/>
                  </a:cubicBezTo>
                  <a:cubicBezTo>
                    <a:pt x="2355" y="475"/>
                    <a:pt x="2583" y="486"/>
                    <a:pt x="2812" y="493"/>
                  </a:cubicBezTo>
                  <a:cubicBezTo>
                    <a:pt x="3113" y="503"/>
                    <a:pt x="3415" y="506"/>
                    <a:pt x="3717" y="506"/>
                  </a:cubicBezTo>
                  <a:cubicBezTo>
                    <a:pt x="4328" y="506"/>
                    <a:pt x="4939" y="491"/>
                    <a:pt x="5548" y="479"/>
                  </a:cubicBezTo>
                  <a:cubicBezTo>
                    <a:pt x="7369" y="439"/>
                    <a:pt x="9191" y="398"/>
                    <a:pt x="11010" y="323"/>
                  </a:cubicBezTo>
                  <a:cubicBezTo>
                    <a:pt x="11970" y="284"/>
                    <a:pt x="12932" y="322"/>
                    <a:pt x="13893" y="277"/>
                  </a:cubicBezTo>
                  <a:cubicBezTo>
                    <a:pt x="14039" y="270"/>
                    <a:pt x="14043" y="43"/>
                    <a:pt x="13899" y="43"/>
                  </a:cubicBezTo>
                  <a:cubicBezTo>
                    <a:pt x="13897" y="43"/>
                    <a:pt x="13895" y="43"/>
                    <a:pt x="13893" y="43"/>
                  </a:cubicBezTo>
                  <a:cubicBezTo>
                    <a:pt x="13463" y="63"/>
                    <a:pt x="13034" y="65"/>
                    <a:pt x="12605" y="65"/>
                  </a:cubicBezTo>
                  <a:cubicBezTo>
                    <a:pt x="12516" y="65"/>
                    <a:pt x="12426" y="65"/>
                    <a:pt x="12337" y="65"/>
                  </a:cubicBezTo>
                  <a:cubicBezTo>
                    <a:pt x="11997" y="65"/>
                    <a:pt x="11658" y="66"/>
                    <a:pt x="11319" y="77"/>
                  </a:cubicBezTo>
                  <a:cubicBezTo>
                    <a:pt x="10410" y="107"/>
                    <a:pt x="9502" y="146"/>
                    <a:pt x="8594" y="172"/>
                  </a:cubicBezTo>
                  <a:cubicBezTo>
                    <a:pt x="7689" y="199"/>
                    <a:pt x="6782" y="220"/>
                    <a:pt x="5877" y="238"/>
                  </a:cubicBezTo>
                  <a:cubicBezTo>
                    <a:pt x="5141" y="254"/>
                    <a:pt x="4405" y="271"/>
                    <a:pt x="3669" y="271"/>
                  </a:cubicBezTo>
                  <a:cubicBezTo>
                    <a:pt x="3493" y="271"/>
                    <a:pt x="3316" y="270"/>
                    <a:pt x="3140" y="268"/>
                  </a:cubicBezTo>
                  <a:cubicBezTo>
                    <a:pt x="2884" y="264"/>
                    <a:pt x="2629" y="257"/>
                    <a:pt x="2374" y="241"/>
                  </a:cubicBezTo>
                  <a:cubicBezTo>
                    <a:pt x="2127" y="226"/>
                    <a:pt x="1886" y="192"/>
                    <a:pt x="1643" y="153"/>
                  </a:cubicBezTo>
                  <a:cubicBezTo>
                    <a:pt x="1150" y="77"/>
                    <a:pt x="651" y="2"/>
                    <a:pt x="15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22"/>
            <p:cNvSpPr/>
            <p:nvPr/>
          </p:nvSpPr>
          <p:spPr>
            <a:xfrm>
              <a:off x="674733" y="1762489"/>
              <a:ext cx="155172" cy="46672"/>
            </a:xfrm>
            <a:custGeom>
              <a:avLst/>
              <a:gdLst/>
              <a:ahLst/>
              <a:cxnLst/>
              <a:rect l="l" t="t" r="r" b="b"/>
              <a:pathLst>
                <a:path w="3860" h="1161" extrusionOk="0">
                  <a:moveTo>
                    <a:pt x="329" y="304"/>
                  </a:moveTo>
                  <a:lnTo>
                    <a:pt x="319" y="308"/>
                  </a:lnTo>
                  <a:lnTo>
                    <a:pt x="319" y="308"/>
                  </a:lnTo>
                  <a:cubicBezTo>
                    <a:pt x="322" y="307"/>
                    <a:pt x="326" y="305"/>
                    <a:pt x="329" y="304"/>
                  </a:cubicBezTo>
                  <a:close/>
                  <a:moveTo>
                    <a:pt x="269" y="328"/>
                  </a:moveTo>
                  <a:lnTo>
                    <a:pt x="266" y="332"/>
                  </a:lnTo>
                  <a:lnTo>
                    <a:pt x="266" y="332"/>
                  </a:lnTo>
                  <a:cubicBezTo>
                    <a:pt x="267" y="331"/>
                    <a:pt x="268" y="329"/>
                    <a:pt x="269" y="328"/>
                  </a:cubicBezTo>
                  <a:close/>
                  <a:moveTo>
                    <a:pt x="256" y="344"/>
                  </a:moveTo>
                  <a:lnTo>
                    <a:pt x="255" y="346"/>
                  </a:lnTo>
                  <a:lnTo>
                    <a:pt x="255" y="346"/>
                  </a:lnTo>
                  <a:cubicBezTo>
                    <a:pt x="255" y="345"/>
                    <a:pt x="256" y="345"/>
                    <a:pt x="256" y="345"/>
                  </a:cubicBezTo>
                  <a:lnTo>
                    <a:pt x="256" y="345"/>
                  </a:lnTo>
                  <a:lnTo>
                    <a:pt x="255" y="346"/>
                  </a:lnTo>
                  <a:lnTo>
                    <a:pt x="255" y="346"/>
                  </a:lnTo>
                  <a:lnTo>
                    <a:pt x="255" y="347"/>
                  </a:lnTo>
                  <a:lnTo>
                    <a:pt x="255" y="347"/>
                  </a:lnTo>
                  <a:lnTo>
                    <a:pt x="255" y="347"/>
                  </a:lnTo>
                  <a:cubicBezTo>
                    <a:pt x="255" y="346"/>
                    <a:pt x="255" y="346"/>
                    <a:pt x="255" y="346"/>
                  </a:cubicBezTo>
                  <a:lnTo>
                    <a:pt x="255" y="346"/>
                  </a:lnTo>
                  <a:lnTo>
                    <a:pt x="250" y="349"/>
                  </a:lnTo>
                  <a:cubicBezTo>
                    <a:pt x="252" y="348"/>
                    <a:pt x="253" y="347"/>
                    <a:pt x="255" y="346"/>
                  </a:cubicBezTo>
                  <a:lnTo>
                    <a:pt x="255" y="346"/>
                  </a:lnTo>
                  <a:cubicBezTo>
                    <a:pt x="255" y="346"/>
                    <a:pt x="255" y="346"/>
                    <a:pt x="255" y="346"/>
                  </a:cubicBezTo>
                  <a:lnTo>
                    <a:pt x="255" y="346"/>
                  </a:lnTo>
                  <a:lnTo>
                    <a:pt x="255" y="346"/>
                  </a:lnTo>
                  <a:lnTo>
                    <a:pt x="255" y="346"/>
                  </a:lnTo>
                  <a:lnTo>
                    <a:pt x="255" y="346"/>
                  </a:lnTo>
                  <a:cubicBezTo>
                    <a:pt x="255" y="346"/>
                    <a:pt x="255" y="346"/>
                    <a:pt x="255" y="346"/>
                  </a:cubicBezTo>
                  <a:lnTo>
                    <a:pt x="255" y="346"/>
                  </a:lnTo>
                  <a:cubicBezTo>
                    <a:pt x="255" y="345"/>
                    <a:pt x="256" y="344"/>
                    <a:pt x="256" y="344"/>
                  </a:cubicBezTo>
                  <a:close/>
                  <a:moveTo>
                    <a:pt x="254" y="348"/>
                  </a:moveTo>
                  <a:lnTo>
                    <a:pt x="253" y="350"/>
                  </a:lnTo>
                  <a:lnTo>
                    <a:pt x="253" y="350"/>
                  </a:lnTo>
                  <a:cubicBezTo>
                    <a:pt x="254" y="349"/>
                    <a:pt x="254" y="349"/>
                    <a:pt x="254" y="348"/>
                  </a:cubicBezTo>
                  <a:lnTo>
                    <a:pt x="254" y="348"/>
                  </a:lnTo>
                  <a:cubicBezTo>
                    <a:pt x="254" y="348"/>
                    <a:pt x="254" y="348"/>
                    <a:pt x="254" y="348"/>
                  </a:cubicBezTo>
                  <a:close/>
                  <a:moveTo>
                    <a:pt x="248" y="363"/>
                  </a:moveTo>
                  <a:lnTo>
                    <a:pt x="244" y="372"/>
                  </a:lnTo>
                  <a:cubicBezTo>
                    <a:pt x="246" y="369"/>
                    <a:pt x="247" y="366"/>
                    <a:pt x="248" y="363"/>
                  </a:cubicBezTo>
                  <a:close/>
                  <a:moveTo>
                    <a:pt x="238" y="407"/>
                  </a:moveTo>
                  <a:lnTo>
                    <a:pt x="236" y="419"/>
                  </a:lnTo>
                  <a:cubicBezTo>
                    <a:pt x="236" y="415"/>
                    <a:pt x="237" y="411"/>
                    <a:pt x="238" y="407"/>
                  </a:cubicBezTo>
                  <a:close/>
                  <a:moveTo>
                    <a:pt x="242" y="542"/>
                  </a:moveTo>
                  <a:lnTo>
                    <a:pt x="244" y="560"/>
                  </a:lnTo>
                  <a:cubicBezTo>
                    <a:pt x="244" y="554"/>
                    <a:pt x="243" y="548"/>
                    <a:pt x="242" y="542"/>
                  </a:cubicBezTo>
                  <a:close/>
                  <a:moveTo>
                    <a:pt x="944" y="1"/>
                  </a:moveTo>
                  <a:cubicBezTo>
                    <a:pt x="814" y="1"/>
                    <a:pt x="684" y="6"/>
                    <a:pt x="555" y="21"/>
                  </a:cubicBezTo>
                  <a:cubicBezTo>
                    <a:pt x="430" y="36"/>
                    <a:pt x="308" y="56"/>
                    <a:pt x="195" y="110"/>
                  </a:cubicBezTo>
                  <a:cubicBezTo>
                    <a:pt x="140" y="133"/>
                    <a:pt x="93" y="172"/>
                    <a:pt x="57" y="220"/>
                  </a:cubicBezTo>
                  <a:cubicBezTo>
                    <a:pt x="16" y="286"/>
                    <a:pt x="4" y="366"/>
                    <a:pt x="2" y="441"/>
                  </a:cubicBezTo>
                  <a:cubicBezTo>
                    <a:pt x="1" y="594"/>
                    <a:pt x="45" y="746"/>
                    <a:pt x="74" y="895"/>
                  </a:cubicBezTo>
                  <a:cubicBezTo>
                    <a:pt x="80" y="925"/>
                    <a:pt x="86" y="955"/>
                    <a:pt x="91" y="986"/>
                  </a:cubicBezTo>
                  <a:lnTo>
                    <a:pt x="91" y="986"/>
                  </a:lnTo>
                  <a:lnTo>
                    <a:pt x="87" y="961"/>
                  </a:lnTo>
                  <a:lnTo>
                    <a:pt x="87" y="961"/>
                  </a:lnTo>
                  <a:cubicBezTo>
                    <a:pt x="89" y="971"/>
                    <a:pt x="90" y="980"/>
                    <a:pt x="91" y="990"/>
                  </a:cubicBezTo>
                  <a:lnTo>
                    <a:pt x="91" y="990"/>
                  </a:lnTo>
                  <a:cubicBezTo>
                    <a:pt x="91" y="988"/>
                    <a:pt x="91" y="987"/>
                    <a:pt x="91" y="986"/>
                  </a:cubicBezTo>
                  <a:lnTo>
                    <a:pt x="91" y="986"/>
                  </a:lnTo>
                  <a:lnTo>
                    <a:pt x="91" y="990"/>
                  </a:lnTo>
                  <a:lnTo>
                    <a:pt x="91" y="990"/>
                  </a:lnTo>
                  <a:cubicBezTo>
                    <a:pt x="91" y="990"/>
                    <a:pt x="91" y="990"/>
                    <a:pt x="91" y="990"/>
                  </a:cubicBezTo>
                  <a:lnTo>
                    <a:pt x="91" y="990"/>
                  </a:lnTo>
                  <a:cubicBezTo>
                    <a:pt x="91" y="991"/>
                    <a:pt x="91" y="992"/>
                    <a:pt x="91" y="992"/>
                  </a:cubicBezTo>
                  <a:lnTo>
                    <a:pt x="91" y="990"/>
                  </a:lnTo>
                  <a:lnTo>
                    <a:pt x="91" y="990"/>
                  </a:lnTo>
                  <a:cubicBezTo>
                    <a:pt x="93" y="1008"/>
                    <a:pt x="94" y="1025"/>
                    <a:pt x="94" y="1043"/>
                  </a:cubicBezTo>
                  <a:cubicBezTo>
                    <a:pt x="94" y="1103"/>
                    <a:pt x="144" y="1160"/>
                    <a:pt x="206" y="1160"/>
                  </a:cubicBezTo>
                  <a:cubicBezTo>
                    <a:pt x="208" y="1160"/>
                    <a:pt x="209" y="1160"/>
                    <a:pt x="210" y="1160"/>
                  </a:cubicBezTo>
                  <a:cubicBezTo>
                    <a:pt x="274" y="1160"/>
                    <a:pt x="326" y="1108"/>
                    <a:pt x="328" y="1044"/>
                  </a:cubicBezTo>
                  <a:lnTo>
                    <a:pt x="328" y="1044"/>
                  </a:lnTo>
                  <a:cubicBezTo>
                    <a:pt x="328" y="1045"/>
                    <a:pt x="328" y="1045"/>
                    <a:pt x="328" y="1045"/>
                  </a:cubicBezTo>
                  <a:lnTo>
                    <a:pt x="328" y="1043"/>
                  </a:lnTo>
                  <a:cubicBezTo>
                    <a:pt x="328" y="1044"/>
                    <a:pt x="328" y="1044"/>
                    <a:pt x="328" y="1044"/>
                  </a:cubicBezTo>
                  <a:lnTo>
                    <a:pt x="328" y="1044"/>
                  </a:lnTo>
                  <a:cubicBezTo>
                    <a:pt x="324" y="958"/>
                    <a:pt x="312" y="872"/>
                    <a:pt x="291" y="788"/>
                  </a:cubicBezTo>
                  <a:cubicBezTo>
                    <a:pt x="273" y="706"/>
                    <a:pt x="254" y="622"/>
                    <a:pt x="241" y="537"/>
                  </a:cubicBezTo>
                  <a:lnTo>
                    <a:pt x="241" y="537"/>
                  </a:lnTo>
                  <a:cubicBezTo>
                    <a:pt x="236" y="491"/>
                    <a:pt x="235" y="444"/>
                    <a:pt x="239" y="397"/>
                  </a:cubicBezTo>
                  <a:lnTo>
                    <a:pt x="239" y="397"/>
                  </a:lnTo>
                  <a:cubicBezTo>
                    <a:pt x="242" y="384"/>
                    <a:pt x="246" y="371"/>
                    <a:pt x="250" y="358"/>
                  </a:cubicBezTo>
                  <a:lnTo>
                    <a:pt x="250" y="358"/>
                  </a:lnTo>
                  <a:cubicBezTo>
                    <a:pt x="252" y="354"/>
                    <a:pt x="254" y="350"/>
                    <a:pt x="257" y="346"/>
                  </a:cubicBezTo>
                  <a:lnTo>
                    <a:pt x="257" y="346"/>
                  </a:lnTo>
                  <a:cubicBezTo>
                    <a:pt x="260" y="343"/>
                    <a:pt x="263" y="340"/>
                    <a:pt x="266" y="338"/>
                  </a:cubicBezTo>
                  <a:lnTo>
                    <a:pt x="266" y="338"/>
                  </a:lnTo>
                  <a:lnTo>
                    <a:pt x="258" y="344"/>
                  </a:lnTo>
                  <a:lnTo>
                    <a:pt x="258" y="344"/>
                  </a:lnTo>
                  <a:cubicBezTo>
                    <a:pt x="258" y="344"/>
                    <a:pt x="258" y="344"/>
                    <a:pt x="258" y="343"/>
                  </a:cubicBezTo>
                  <a:lnTo>
                    <a:pt x="258" y="343"/>
                  </a:lnTo>
                  <a:cubicBezTo>
                    <a:pt x="262" y="340"/>
                    <a:pt x="266" y="338"/>
                    <a:pt x="270" y="335"/>
                  </a:cubicBezTo>
                  <a:lnTo>
                    <a:pt x="270" y="335"/>
                  </a:lnTo>
                  <a:cubicBezTo>
                    <a:pt x="269" y="336"/>
                    <a:pt x="268" y="337"/>
                    <a:pt x="266" y="338"/>
                  </a:cubicBezTo>
                  <a:lnTo>
                    <a:pt x="266" y="338"/>
                  </a:lnTo>
                  <a:lnTo>
                    <a:pt x="272" y="334"/>
                  </a:lnTo>
                  <a:lnTo>
                    <a:pt x="272" y="334"/>
                  </a:lnTo>
                  <a:cubicBezTo>
                    <a:pt x="271" y="334"/>
                    <a:pt x="271" y="335"/>
                    <a:pt x="270" y="335"/>
                  </a:cubicBezTo>
                  <a:lnTo>
                    <a:pt x="270" y="335"/>
                  </a:lnTo>
                  <a:cubicBezTo>
                    <a:pt x="272" y="334"/>
                    <a:pt x="273" y="333"/>
                    <a:pt x="274" y="332"/>
                  </a:cubicBezTo>
                  <a:lnTo>
                    <a:pt x="274" y="332"/>
                  </a:lnTo>
                  <a:lnTo>
                    <a:pt x="272" y="334"/>
                  </a:lnTo>
                  <a:lnTo>
                    <a:pt x="272" y="334"/>
                  </a:lnTo>
                  <a:cubicBezTo>
                    <a:pt x="284" y="326"/>
                    <a:pt x="297" y="319"/>
                    <a:pt x="310" y="312"/>
                  </a:cubicBezTo>
                  <a:lnTo>
                    <a:pt x="310" y="312"/>
                  </a:lnTo>
                  <a:cubicBezTo>
                    <a:pt x="390" y="283"/>
                    <a:pt x="474" y="263"/>
                    <a:pt x="559" y="253"/>
                  </a:cubicBezTo>
                  <a:lnTo>
                    <a:pt x="559" y="253"/>
                  </a:lnTo>
                  <a:lnTo>
                    <a:pt x="528" y="257"/>
                  </a:lnTo>
                  <a:cubicBezTo>
                    <a:pt x="669" y="241"/>
                    <a:pt x="811" y="233"/>
                    <a:pt x="953" y="233"/>
                  </a:cubicBezTo>
                  <a:cubicBezTo>
                    <a:pt x="989" y="233"/>
                    <a:pt x="1025" y="233"/>
                    <a:pt x="1062" y="235"/>
                  </a:cubicBezTo>
                  <a:cubicBezTo>
                    <a:pt x="1197" y="236"/>
                    <a:pt x="1330" y="243"/>
                    <a:pt x="1465" y="243"/>
                  </a:cubicBezTo>
                  <a:cubicBezTo>
                    <a:pt x="1476" y="243"/>
                    <a:pt x="1487" y="243"/>
                    <a:pt x="1498" y="243"/>
                  </a:cubicBezTo>
                  <a:cubicBezTo>
                    <a:pt x="1620" y="242"/>
                    <a:pt x="1743" y="237"/>
                    <a:pt x="1865" y="237"/>
                  </a:cubicBezTo>
                  <a:cubicBezTo>
                    <a:pt x="1993" y="237"/>
                    <a:pt x="2120" y="239"/>
                    <a:pt x="2248" y="243"/>
                  </a:cubicBezTo>
                  <a:cubicBezTo>
                    <a:pt x="2480" y="250"/>
                    <a:pt x="2712" y="263"/>
                    <a:pt x="2943" y="274"/>
                  </a:cubicBezTo>
                  <a:cubicBezTo>
                    <a:pt x="3171" y="287"/>
                    <a:pt x="3399" y="296"/>
                    <a:pt x="3627" y="298"/>
                  </a:cubicBezTo>
                  <a:lnTo>
                    <a:pt x="3627" y="298"/>
                  </a:lnTo>
                  <a:cubicBezTo>
                    <a:pt x="3627" y="524"/>
                    <a:pt x="3624" y="751"/>
                    <a:pt x="3593" y="975"/>
                  </a:cubicBezTo>
                  <a:lnTo>
                    <a:pt x="3598" y="944"/>
                  </a:lnTo>
                  <a:lnTo>
                    <a:pt x="3598" y="944"/>
                  </a:lnTo>
                  <a:cubicBezTo>
                    <a:pt x="3595" y="967"/>
                    <a:pt x="3592" y="990"/>
                    <a:pt x="3588" y="1012"/>
                  </a:cubicBezTo>
                  <a:cubicBezTo>
                    <a:pt x="3581" y="1042"/>
                    <a:pt x="3585" y="1075"/>
                    <a:pt x="3601" y="1101"/>
                  </a:cubicBezTo>
                  <a:cubicBezTo>
                    <a:pt x="3621" y="1139"/>
                    <a:pt x="3660" y="1160"/>
                    <a:pt x="3700" y="1160"/>
                  </a:cubicBezTo>
                  <a:cubicBezTo>
                    <a:pt x="3720" y="1160"/>
                    <a:pt x="3741" y="1155"/>
                    <a:pt x="3759" y="1144"/>
                  </a:cubicBezTo>
                  <a:cubicBezTo>
                    <a:pt x="3786" y="1128"/>
                    <a:pt x="3805" y="1103"/>
                    <a:pt x="3813" y="1075"/>
                  </a:cubicBezTo>
                  <a:cubicBezTo>
                    <a:pt x="3850" y="845"/>
                    <a:pt x="3857" y="614"/>
                    <a:pt x="3860" y="383"/>
                  </a:cubicBezTo>
                  <a:lnTo>
                    <a:pt x="3860" y="182"/>
                  </a:lnTo>
                  <a:cubicBezTo>
                    <a:pt x="3858" y="118"/>
                    <a:pt x="3806" y="66"/>
                    <a:pt x="3742" y="66"/>
                  </a:cubicBezTo>
                  <a:cubicBezTo>
                    <a:pt x="3401" y="66"/>
                    <a:pt x="3061" y="48"/>
                    <a:pt x="2719" y="31"/>
                  </a:cubicBezTo>
                  <a:cubicBezTo>
                    <a:pt x="2430" y="16"/>
                    <a:pt x="2139" y="4"/>
                    <a:pt x="1848" y="4"/>
                  </a:cubicBezTo>
                  <a:cubicBezTo>
                    <a:pt x="1779" y="4"/>
                    <a:pt x="1710" y="5"/>
                    <a:pt x="1641" y="6"/>
                  </a:cubicBezTo>
                  <a:cubicBezTo>
                    <a:pt x="1586" y="8"/>
                    <a:pt x="1531" y="9"/>
                    <a:pt x="1476" y="9"/>
                  </a:cubicBezTo>
                  <a:cubicBezTo>
                    <a:pt x="1421" y="9"/>
                    <a:pt x="1366" y="8"/>
                    <a:pt x="1311" y="6"/>
                  </a:cubicBezTo>
                  <a:cubicBezTo>
                    <a:pt x="1189" y="4"/>
                    <a:pt x="1066" y="1"/>
                    <a:pt x="9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63" name="Google Shape;763;p22"/>
          <p:cNvSpPr/>
          <p:nvPr/>
        </p:nvSpPr>
        <p:spPr>
          <a:xfrm>
            <a:off x="413700" y="319350"/>
            <a:ext cx="8316600" cy="4504800"/>
          </a:xfrm>
          <a:prstGeom prst="rect">
            <a:avLst/>
          </a:prstGeom>
          <a:solidFill>
            <a:srgbClr val="FFFFFF">
              <a:alpha val="844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4" name="Google Shape;764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765" name="Google Shape;765;p22"/>
          <p:cNvSpPr txBox="1">
            <a:spLocks noGrp="1"/>
          </p:cNvSpPr>
          <p:nvPr>
            <p:ph type="subTitle" idx="1"/>
          </p:nvPr>
        </p:nvSpPr>
        <p:spPr>
          <a:xfrm>
            <a:off x="4631544" y="1550970"/>
            <a:ext cx="3581400" cy="259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6" name="Google Shape;766;p22"/>
          <p:cNvSpPr txBox="1">
            <a:spLocks noGrp="1"/>
          </p:cNvSpPr>
          <p:nvPr>
            <p:ph type="subTitle" idx="2"/>
          </p:nvPr>
        </p:nvSpPr>
        <p:spPr>
          <a:xfrm>
            <a:off x="931056" y="1550970"/>
            <a:ext cx="3584400" cy="259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3" name="Google Shape;843;p25"/>
          <p:cNvGrpSpPr/>
          <p:nvPr/>
        </p:nvGrpSpPr>
        <p:grpSpPr>
          <a:xfrm>
            <a:off x="8119650" y="1028901"/>
            <a:ext cx="854774" cy="1140019"/>
            <a:chOff x="8119650" y="1028901"/>
            <a:chExt cx="854774" cy="1140019"/>
          </a:xfrm>
        </p:grpSpPr>
        <p:sp>
          <p:nvSpPr>
            <p:cNvPr id="844" name="Google Shape;844;p25"/>
            <p:cNvSpPr/>
            <p:nvPr/>
          </p:nvSpPr>
          <p:spPr>
            <a:xfrm>
              <a:off x="8119650" y="1028901"/>
              <a:ext cx="854774" cy="1140019"/>
            </a:xfrm>
            <a:custGeom>
              <a:avLst/>
              <a:gdLst/>
              <a:ahLst/>
              <a:cxnLst/>
              <a:rect l="l" t="t" r="r" b="b"/>
              <a:pathLst>
                <a:path w="10677" h="14240" extrusionOk="0">
                  <a:moveTo>
                    <a:pt x="0" y="1"/>
                  </a:moveTo>
                  <a:lnTo>
                    <a:pt x="0" y="14240"/>
                  </a:lnTo>
                  <a:lnTo>
                    <a:pt x="10676" y="14240"/>
                  </a:lnTo>
                  <a:lnTo>
                    <a:pt x="1067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25"/>
            <p:cNvSpPr/>
            <p:nvPr/>
          </p:nvSpPr>
          <p:spPr>
            <a:xfrm>
              <a:off x="8356544" y="1171244"/>
              <a:ext cx="425746" cy="847008"/>
            </a:xfrm>
            <a:custGeom>
              <a:avLst/>
              <a:gdLst/>
              <a:ahLst/>
              <a:cxnLst/>
              <a:rect l="l" t="t" r="r" b="b"/>
              <a:pathLst>
                <a:path w="5318" h="10580" extrusionOk="0">
                  <a:moveTo>
                    <a:pt x="1049" y="1"/>
                  </a:moveTo>
                  <a:cubicBezTo>
                    <a:pt x="890" y="1"/>
                    <a:pt x="739" y="78"/>
                    <a:pt x="712" y="234"/>
                  </a:cubicBezTo>
                  <a:cubicBezTo>
                    <a:pt x="1130" y="642"/>
                    <a:pt x="1204" y="1290"/>
                    <a:pt x="1154" y="1872"/>
                  </a:cubicBezTo>
                  <a:cubicBezTo>
                    <a:pt x="1103" y="2454"/>
                    <a:pt x="956" y="3035"/>
                    <a:pt x="1027" y="3616"/>
                  </a:cubicBezTo>
                  <a:cubicBezTo>
                    <a:pt x="1087" y="4113"/>
                    <a:pt x="1307" y="4576"/>
                    <a:pt x="1505" y="5037"/>
                  </a:cubicBezTo>
                  <a:cubicBezTo>
                    <a:pt x="1722" y="5540"/>
                    <a:pt x="2117" y="6472"/>
                    <a:pt x="1750" y="6993"/>
                  </a:cubicBezTo>
                  <a:cubicBezTo>
                    <a:pt x="1586" y="7227"/>
                    <a:pt x="1130" y="7367"/>
                    <a:pt x="902" y="7551"/>
                  </a:cubicBezTo>
                  <a:cubicBezTo>
                    <a:pt x="626" y="7775"/>
                    <a:pt x="383" y="8033"/>
                    <a:pt x="236" y="8359"/>
                  </a:cubicBezTo>
                  <a:cubicBezTo>
                    <a:pt x="1" y="8884"/>
                    <a:pt x="49" y="9487"/>
                    <a:pt x="101" y="10060"/>
                  </a:cubicBezTo>
                  <a:cubicBezTo>
                    <a:pt x="113" y="10176"/>
                    <a:pt x="124" y="10297"/>
                    <a:pt x="179" y="10400"/>
                  </a:cubicBezTo>
                  <a:cubicBezTo>
                    <a:pt x="230" y="10499"/>
                    <a:pt x="331" y="10580"/>
                    <a:pt x="440" y="10580"/>
                  </a:cubicBezTo>
                  <a:cubicBezTo>
                    <a:pt x="446" y="10580"/>
                    <a:pt x="452" y="10579"/>
                    <a:pt x="458" y="10579"/>
                  </a:cubicBezTo>
                  <a:cubicBezTo>
                    <a:pt x="624" y="10565"/>
                    <a:pt x="721" y="10372"/>
                    <a:pt x="712" y="10205"/>
                  </a:cubicBezTo>
                  <a:cubicBezTo>
                    <a:pt x="704" y="10039"/>
                    <a:pt x="626" y="9885"/>
                    <a:pt x="589" y="9722"/>
                  </a:cubicBezTo>
                  <a:cubicBezTo>
                    <a:pt x="471" y="9203"/>
                    <a:pt x="814" y="8668"/>
                    <a:pt x="1273" y="8400"/>
                  </a:cubicBezTo>
                  <a:cubicBezTo>
                    <a:pt x="1644" y="8185"/>
                    <a:pt x="1984" y="8157"/>
                    <a:pt x="2333" y="8157"/>
                  </a:cubicBezTo>
                  <a:cubicBezTo>
                    <a:pt x="2456" y="8157"/>
                    <a:pt x="2579" y="8161"/>
                    <a:pt x="2706" y="8161"/>
                  </a:cubicBezTo>
                  <a:cubicBezTo>
                    <a:pt x="2828" y="8161"/>
                    <a:pt x="2953" y="8157"/>
                    <a:pt x="3082" y="8145"/>
                  </a:cubicBezTo>
                  <a:cubicBezTo>
                    <a:pt x="3764" y="8080"/>
                    <a:pt x="4460" y="7451"/>
                    <a:pt x="4798" y="6893"/>
                  </a:cubicBezTo>
                  <a:cubicBezTo>
                    <a:pt x="5295" y="6065"/>
                    <a:pt x="5318" y="4975"/>
                    <a:pt x="4856" y="4129"/>
                  </a:cubicBezTo>
                  <a:cubicBezTo>
                    <a:pt x="4091" y="2728"/>
                    <a:pt x="1586" y="2519"/>
                    <a:pt x="1579" y="924"/>
                  </a:cubicBezTo>
                  <a:cubicBezTo>
                    <a:pt x="1579" y="645"/>
                    <a:pt x="1566" y="338"/>
                    <a:pt x="1378" y="134"/>
                  </a:cubicBezTo>
                  <a:cubicBezTo>
                    <a:pt x="1296" y="45"/>
                    <a:pt x="1170" y="1"/>
                    <a:pt x="10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25"/>
            <p:cNvSpPr/>
            <p:nvPr/>
          </p:nvSpPr>
          <p:spPr>
            <a:xfrm>
              <a:off x="8628424" y="1153712"/>
              <a:ext cx="271635" cy="13690"/>
            </a:xfrm>
            <a:custGeom>
              <a:avLst/>
              <a:gdLst/>
              <a:ahLst/>
              <a:cxnLst/>
              <a:rect l="l" t="t" r="r" b="b"/>
              <a:pathLst>
                <a:path w="3393" h="171" extrusionOk="0">
                  <a:moveTo>
                    <a:pt x="111" y="0"/>
                  </a:moveTo>
                  <a:cubicBezTo>
                    <a:pt x="2" y="0"/>
                    <a:pt x="1" y="170"/>
                    <a:pt x="111" y="170"/>
                  </a:cubicBezTo>
                  <a:lnTo>
                    <a:pt x="3283" y="170"/>
                  </a:lnTo>
                  <a:cubicBezTo>
                    <a:pt x="3392" y="170"/>
                    <a:pt x="3392" y="0"/>
                    <a:pt x="32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25"/>
            <p:cNvSpPr/>
            <p:nvPr/>
          </p:nvSpPr>
          <p:spPr>
            <a:xfrm>
              <a:off x="8638831" y="1205829"/>
              <a:ext cx="197662" cy="13690"/>
            </a:xfrm>
            <a:custGeom>
              <a:avLst/>
              <a:gdLst/>
              <a:ahLst/>
              <a:cxnLst/>
              <a:rect l="l" t="t" r="r" b="b"/>
              <a:pathLst>
                <a:path w="2469" h="171" extrusionOk="0">
                  <a:moveTo>
                    <a:pt x="111" y="1"/>
                  </a:moveTo>
                  <a:cubicBezTo>
                    <a:pt x="1" y="1"/>
                    <a:pt x="1" y="171"/>
                    <a:pt x="111" y="171"/>
                  </a:cubicBezTo>
                  <a:lnTo>
                    <a:pt x="2358" y="171"/>
                  </a:lnTo>
                  <a:cubicBezTo>
                    <a:pt x="2469" y="171"/>
                    <a:pt x="2469" y="1"/>
                    <a:pt x="23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25"/>
            <p:cNvSpPr/>
            <p:nvPr/>
          </p:nvSpPr>
          <p:spPr>
            <a:xfrm>
              <a:off x="8652841" y="1264913"/>
              <a:ext cx="111520" cy="13690"/>
            </a:xfrm>
            <a:custGeom>
              <a:avLst/>
              <a:gdLst/>
              <a:ahLst/>
              <a:cxnLst/>
              <a:rect l="l" t="t" r="r" b="b"/>
              <a:pathLst>
                <a:path w="1393" h="171" extrusionOk="0">
                  <a:moveTo>
                    <a:pt x="109" y="1"/>
                  </a:moveTo>
                  <a:cubicBezTo>
                    <a:pt x="0" y="1"/>
                    <a:pt x="0" y="171"/>
                    <a:pt x="109" y="171"/>
                  </a:cubicBezTo>
                  <a:lnTo>
                    <a:pt x="1284" y="171"/>
                  </a:lnTo>
                  <a:cubicBezTo>
                    <a:pt x="1393" y="171"/>
                    <a:pt x="1393" y="1"/>
                    <a:pt x="12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25"/>
            <p:cNvSpPr/>
            <p:nvPr/>
          </p:nvSpPr>
          <p:spPr>
            <a:xfrm>
              <a:off x="8186659" y="1473705"/>
              <a:ext cx="226323" cy="13690"/>
            </a:xfrm>
            <a:custGeom>
              <a:avLst/>
              <a:gdLst/>
              <a:ahLst/>
              <a:cxnLst/>
              <a:rect l="l" t="t" r="r" b="b"/>
              <a:pathLst>
                <a:path w="2827" h="171" extrusionOk="0">
                  <a:moveTo>
                    <a:pt x="110" y="1"/>
                  </a:moveTo>
                  <a:cubicBezTo>
                    <a:pt x="1" y="1"/>
                    <a:pt x="1" y="171"/>
                    <a:pt x="110" y="171"/>
                  </a:cubicBezTo>
                  <a:lnTo>
                    <a:pt x="2718" y="171"/>
                  </a:lnTo>
                  <a:cubicBezTo>
                    <a:pt x="2827" y="171"/>
                    <a:pt x="2827" y="1"/>
                    <a:pt x="27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25"/>
            <p:cNvSpPr/>
            <p:nvPr/>
          </p:nvSpPr>
          <p:spPr>
            <a:xfrm>
              <a:off x="8183137" y="1536310"/>
              <a:ext cx="212553" cy="13690"/>
            </a:xfrm>
            <a:custGeom>
              <a:avLst/>
              <a:gdLst/>
              <a:ahLst/>
              <a:cxnLst/>
              <a:rect l="l" t="t" r="r" b="b"/>
              <a:pathLst>
                <a:path w="2655" h="171" extrusionOk="0">
                  <a:moveTo>
                    <a:pt x="111" y="1"/>
                  </a:moveTo>
                  <a:cubicBezTo>
                    <a:pt x="1" y="1"/>
                    <a:pt x="1" y="171"/>
                    <a:pt x="111" y="171"/>
                  </a:cubicBezTo>
                  <a:lnTo>
                    <a:pt x="2544" y="171"/>
                  </a:lnTo>
                  <a:cubicBezTo>
                    <a:pt x="2654" y="171"/>
                    <a:pt x="2654" y="1"/>
                    <a:pt x="25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25"/>
            <p:cNvSpPr/>
            <p:nvPr/>
          </p:nvSpPr>
          <p:spPr>
            <a:xfrm>
              <a:off x="8190182" y="1605881"/>
              <a:ext cx="191498" cy="13690"/>
            </a:xfrm>
            <a:custGeom>
              <a:avLst/>
              <a:gdLst/>
              <a:ahLst/>
              <a:cxnLst/>
              <a:rect l="l" t="t" r="r" b="b"/>
              <a:pathLst>
                <a:path w="2392" h="171" extrusionOk="0">
                  <a:moveTo>
                    <a:pt x="110" y="0"/>
                  </a:moveTo>
                  <a:cubicBezTo>
                    <a:pt x="1" y="0"/>
                    <a:pt x="1" y="170"/>
                    <a:pt x="110" y="170"/>
                  </a:cubicBezTo>
                  <a:lnTo>
                    <a:pt x="2283" y="170"/>
                  </a:lnTo>
                  <a:cubicBezTo>
                    <a:pt x="2392" y="170"/>
                    <a:pt x="2392" y="0"/>
                    <a:pt x="22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25"/>
            <p:cNvSpPr/>
            <p:nvPr/>
          </p:nvSpPr>
          <p:spPr>
            <a:xfrm>
              <a:off x="8614573" y="1918989"/>
              <a:ext cx="261148" cy="13690"/>
            </a:xfrm>
            <a:custGeom>
              <a:avLst/>
              <a:gdLst/>
              <a:ahLst/>
              <a:cxnLst/>
              <a:rect l="l" t="t" r="r" b="b"/>
              <a:pathLst>
                <a:path w="3262" h="171" extrusionOk="0">
                  <a:moveTo>
                    <a:pt x="110" y="1"/>
                  </a:moveTo>
                  <a:cubicBezTo>
                    <a:pt x="1" y="1"/>
                    <a:pt x="1" y="171"/>
                    <a:pt x="110" y="171"/>
                  </a:cubicBezTo>
                  <a:lnTo>
                    <a:pt x="3151" y="171"/>
                  </a:lnTo>
                  <a:cubicBezTo>
                    <a:pt x="3262" y="171"/>
                    <a:pt x="3262" y="1"/>
                    <a:pt x="3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25"/>
            <p:cNvSpPr/>
            <p:nvPr/>
          </p:nvSpPr>
          <p:spPr>
            <a:xfrm>
              <a:off x="8607688" y="1981594"/>
              <a:ext cx="243695" cy="13690"/>
            </a:xfrm>
            <a:custGeom>
              <a:avLst/>
              <a:gdLst/>
              <a:ahLst/>
              <a:cxnLst/>
              <a:rect l="l" t="t" r="r" b="b"/>
              <a:pathLst>
                <a:path w="3044" h="171" extrusionOk="0">
                  <a:moveTo>
                    <a:pt x="109" y="1"/>
                  </a:moveTo>
                  <a:cubicBezTo>
                    <a:pt x="0" y="1"/>
                    <a:pt x="0" y="171"/>
                    <a:pt x="109" y="171"/>
                  </a:cubicBezTo>
                  <a:lnTo>
                    <a:pt x="2934" y="171"/>
                  </a:lnTo>
                  <a:cubicBezTo>
                    <a:pt x="3043" y="171"/>
                    <a:pt x="3043" y="1"/>
                    <a:pt x="29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4" name="Google Shape;854;p25"/>
          <p:cNvSpPr/>
          <p:nvPr/>
        </p:nvSpPr>
        <p:spPr>
          <a:xfrm>
            <a:off x="-45750" y="4286250"/>
            <a:ext cx="9235500" cy="866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5" name="Google Shape;855;p25"/>
          <p:cNvSpPr/>
          <p:nvPr/>
        </p:nvSpPr>
        <p:spPr>
          <a:xfrm>
            <a:off x="12" y="4289225"/>
            <a:ext cx="9191681" cy="126673"/>
          </a:xfrm>
          <a:custGeom>
            <a:avLst/>
            <a:gdLst/>
            <a:ahLst/>
            <a:cxnLst/>
            <a:rect l="l" t="t" r="r" b="b"/>
            <a:pathLst>
              <a:path w="150197" h="2386" extrusionOk="0">
                <a:moveTo>
                  <a:pt x="0" y="0"/>
                </a:moveTo>
                <a:lnTo>
                  <a:pt x="0" y="2386"/>
                </a:lnTo>
                <a:lnTo>
                  <a:pt x="150197" y="2386"/>
                </a:lnTo>
                <a:lnTo>
                  <a:pt x="15019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6" name="Google Shape;856;p25"/>
          <p:cNvGrpSpPr/>
          <p:nvPr/>
        </p:nvGrpSpPr>
        <p:grpSpPr>
          <a:xfrm>
            <a:off x="-313560" y="1267613"/>
            <a:ext cx="1304312" cy="3148298"/>
            <a:chOff x="-313560" y="1267613"/>
            <a:chExt cx="1304312" cy="3148298"/>
          </a:xfrm>
        </p:grpSpPr>
        <p:sp>
          <p:nvSpPr>
            <p:cNvPr id="857" name="Google Shape;857;p25"/>
            <p:cNvSpPr/>
            <p:nvPr/>
          </p:nvSpPr>
          <p:spPr>
            <a:xfrm flipH="1">
              <a:off x="-313560" y="1490207"/>
              <a:ext cx="1304312" cy="2925641"/>
            </a:xfrm>
            <a:custGeom>
              <a:avLst/>
              <a:gdLst/>
              <a:ahLst/>
              <a:cxnLst/>
              <a:rect l="l" t="t" r="r" b="b"/>
              <a:pathLst>
                <a:path w="24561" h="55102" extrusionOk="0">
                  <a:moveTo>
                    <a:pt x="0" y="1"/>
                  </a:moveTo>
                  <a:lnTo>
                    <a:pt x="0" y="55102"/>
                  </a:lnTo>
                  <a:lnTo>
                    <a:pt x="24561" y="55102"/>
                  </a:lnTo>
                  <a:lnTo>
                    <a:pt x="2456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25"/>
            <p:cNvSpPr/>
            <p:nvPr/>
          </p:nvSpPr>
          <p:spPr>
            <a:xfrm flipH="1">
              <a:off x="-229454" y="1594495"/>
              <a:ext cx="1136022" cy="2821415"/>
            </a:xfrm>
            <a:custGeom>
              <a:avLst/>
              <a:gdLst/>
              <a:ahLst/>
              <a:cxnLst/>
              <a:rect l="l" t="t" r="r" b="b"/>
              <a:pathLst>
                <a:path w="21392" h="53139" extrusionOk="0">
                  <a:moveTo>
                    <a:pt x="0" y="0"/>
                  </a:moveTo>
                  <a:lnTo>
                    <a:pt x="0" y="53139"/>
                  </a:lnTo>
                  <a:lnTo>
                    <a:pt x="21392" y="53139"/>
                  </a:lnTo>
                  <a:lnTo>
                    <a:pt x="2139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25"/>
            <p:cNvSpPr/>
            <p:nvPr/>
          </p:nvSpPr>
          <p:spPr>
            <a:xfrm flipH="1">
              <a:off x="-230183" y="1594495"/>
              <a:ext cx="854778" cy="2809097"/>
            </a:xfrm>
            <a:custGeom>
              <a:avLst/>
              <a:gdLst/>
              <a:ahLst/>
              <a:cxnLst/>
              <a:rect l="l" t="t" r="r" b="b"/>
              <a:pathLst>
                <a:path w="16096" h="52907" extrusionOk="0">
                  <a:moveTo>
                    <a:pt x="16096" y="0"/>
                  </a:moveTo>
                  <a:lnTo>
                    <a:pt x="1" y="3025"/>
                  </a:lnTo>
                  <a:lnTo>
                    <a:pt x="1" y="49432"/>
                  </a:lnTo>
                  <a:lnTo>
                    <a:pt x="16096" y="52907"/>
                  </a:lnTo>
                  <a:lnTo>
                    <a:pt x="1609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25"/>
            <p:cNvSpPr/>
            <p:nvPr/>
          </p:nvSpPr>
          <p:spPr>
            <a:xfrm flipH="1">
              <a:off x="155080" y="1267613"/>
              <a:ext cx="366849" cy="151055"/>
            </a:xfrm>
            <a:custGeom>
              <a:avLst/>
              <a:gdLst/>
              <a:ahLst/>
              <a:cxnLst/>
              <a:rect l="l" t="t" r="r" b="b"/>
              <a:pathLst>
                <a:path w="6908" h="2845" extrusionOk="0">
                  <a:moveTo>
                    <a:pt x="0" y="1"/>
                  </a:moveTo>
                  <a:lnTo>
                    <a:pt x="0" y="2844"/>
                  </a:lnTo>
                  <a:lnTo>
                    <a:pt x="6908" y="2844"/>
                  </a:lnTo>
                  <a:lnTo>
                    <a:pt x="690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25"/>
            <p:cNvSpPr/>
            <p:nvPr/>
          </p:nvSpPr>
          <p:spPr>
            <a:xfrm flipH="1">
              <a:off x="176744" y="1291985"/>
              <a:ext cx="323516" cy="102208"/>
            </a:xfrm>
            <a:custGeom>
              <a:avLst/>
              <a:gdLst/>
              <a:ahLst/>
              <a:cxnLst/>
              <a:rect l="l" t="t" r="r" b="b"/>
              <a:pathLst>
                <a:path w="6092" h="1925" extrusionOk="0">
                  <a:moveTo>
                    <a:pt x="0" y="1"/>
                  </a:moveTo>
                  <a:lnTo>
                    <a:pt x="0" y="1925"/>
                  </a:lnTo>
                  <a:lnTo>
                    <a:pt x="6092" y="1925"/>
                  </a:lnTo>
                  <a:lnTo>
                    <a:pt x="609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62" name="Google Shape;862;p25"/>
          <p:cNvSpPr/>
          <p:nvPr/>
        </p:nvSpPr>
        <p:spPr>
          <a:xfrm>
            <a:off x="413700" y="319350"/>
            <a:ext cx="8316600" cy="4504800"/>
          </a:xfrm>
          <a:prstGeom prst="rect">
            <a:avLst/>
          </a:prstGeom>
          <a:solidFill>
            <a:srgbClr val="FFFFFF">
              <a:alpha val="844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3" name="Google Shape;863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864" name="Google Shape;864;p25"/>
          <p:cNvSpPr txBox="1">
            <a:spLocks noGrp="1"/>
          </p:cNvSpPr>
          <p:nvPr>
            <p:ph type="subTitle" idx="1"/>
          </p:nvPr>
        </p:nvSpPr>
        <p:spPr>
          <a:xfrm>
            <a:off x="1109155" y="2235171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5" name="Google Shape;865;p25"/>
          <p:cNvSpPr txBox="1">
            <a:spLocks noGrp="1"/>
          </p:cNvSpPr>
          <p:nvPr>
            <p:ph type="subTitle" idx="2"/>
          </p:nvPr>
        </p:nvSpPr>
        <p:spPr>
          <a:xfrm>
            <a:off x="3579000" y="2235171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6" name="Google Shape;866;p25"/>
          <p:cNvSpPr txBox="1">
            <a:spLocks noGrp="1"/>
          </p:cNvSpPr>
          <p:nvPr>
            <p:ph type="subTitle" idx="3"/>
          </p:nvPr>
        </p:nvSpPr>
        <p:spPr>
          <a:xfrm>
            <a:off x="1109155" y="3975896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7" name="Google Shape;867;p25"/>
          <p:cNvSpPr txBox="1">
            <a:spLocks noGrp="1"/>
          </p:cNvSpPr>
          <p:nvPr>
            <p:ph type="subTitle" idx="4"/>
          </p:nvPr>
        </p:nvSpPr>
        <p:spPr>
          <a:xfrm>
            <a:off x="3579000" y="3975896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8" name="Google Shape;868;p25"/>
          <p:cNvSpPr txBox="1">
            <a:spLocks noGrp="1"/>
          </p:cNvSpPr>
          <p:nvPr>
            <p:ph type="subTitle" idx="5"/>
          </p:nvPr>
        </p:nvSpPr>
        <p:spPr>
          <a:xfrm>
            <a:off x="6048845" y="2235171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9" name="Google Shape;869;p25"/>
          <p:cNvSpPr txBox="1">
            <a:spLocks noGrp="1"/>
          </p:cNvSpPr>
          <p:nvPr>
            <p:ph type="subTitle" idx="6"/>
          </p:nvPr>
        </p:nvSpPr>
        <p:spPr>
          <a:xfrm>
            <a:off x="6048845" y="3975896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0" name="Google Shape;870;p25"/>
          <p:cNvSpPr txBox="1">
            <a:spLocks noGrp="1"/>
          </p:cNvSpPr>
          <p:nvPr>
            <p:ph type="subTitle" idx="7"/>
          </p:nvPr>
        </p:nvSpPr>
        <p:spPr>
          <a:xfrm>
            <a:off x="1113050" y="1983644"/>
            <a:ext cx="1978200" cy="42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accent4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71" name="Google Shape;871;p25"/>
          <p:cNvSpPr txBox="1">
            <a:spLocks noGrp="1"/>
          </p:cNvSpPr>
          <p:nvPr>
            <p:ph type="subTitle" idx="8"/>
          </p:nvPr>
        </p:nvSpPr>
        <p:spPr>
          <a:xfrm>
            <a:off x="3582898" y="1983644"/>
            <a:ext cx="1978200" cy="42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accent4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72" name="Google Shape;872;p25"/>
          <p:cNvSpPr txBox="1">
            <a:spLocks noGrp="1"/>
          </p:cNvSpPr>
          <p:nvPr>
            <p:ph type="subTitle" idx="9"/>
          </p:nvPr>
        </p:nvSpPr>
        <p:spPr>
          <a:xfrm>
            <a:off x="6052747" y="1983644"/>
            <a:ext cx="1978200" cy="42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accent4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73" name="Google Shape;873;p25"/>
          <p:cNvSpPr txBox="1">
            <a:spLocks noGrp="1"/>
          </p:cNvSpPr>
          <p:nvPr>
            <p:ph type="subTitle" idx="13"/>
          </p:nvPr>
        </p:nvSpPr>
        <p:spPr>
          <a:xfrm>
            <a:off x="1113050" y="3723194"/>
            <a:ext cx="1978200" cy="42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accent4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74" name="Google Shape;874;p25"/>
          <p:cNvSpPr txBox="1">
            <a:spLocks noGrp="1"/>
          </p:cNvSpPr>
          <p:nvPr>
            <p:ph type="subTitle" idx="14"/>
          </p:nvPr>
        </p:nvSpPr>
        <p:spPr>
          <a:xfrm>
            <a:off x="3582898" y="3723194"/>
            <a:ext cx="1978200" cy="42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accent4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75" name="Google Shape;875;p25"/>
          <p:cNvSpPr txBox="1">
            <a:spLocks noGrp="1"/>
          </p:cNvSpPr>
          <p:nvPr>
            <p:ph type="subTitle" idx="15"/>
          </p:nvPr>
        </p:nvSpPr>
        <p:spPr>
          <a:xfrm>
            <a:off x="6052747" y="3723194"/>
            <a:ext cx="1978200" cy="42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accent4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29"/>
          <p:cNvSpPr/>
          <p:nvPr/>
        </p:nvSpPr>
        <p:spPr>
          <a:xfrm flipH="1">
            <a:off x="-45750" y="4286250"/>
            <a:ext cx="9235500" cy="866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0" name="Google Shape;1030;p29"/>
          <p:cNvSpPr/>
          <p:nvPr/>
        </p:nvSpPr>
        <p:spPr>
          <a:xfrm flipH="1">
            <a:off x="-46722" y="4289225"/>
            <a:ext cx="9191681" cy="126673"/>
          </a:xfrm>
          <a:custGeom>
            <a:avLst/>
            <a:gdLst/>
            <a:ahLst/>
            <a:cxnLst/>
            <a:rect l="l" t="t" r="r" b="b"/>
            <a:pathLst>
              <a:path w="150197" h="2386" extrusionOk="0">
                <a:moveTo>
                  <a:pt x="0" y="0"/>
                </a:moveTo>
                <a:lnTo>
                  <a:pt x="0" y="2386"/>
                </a:lnTo>
                <a:lnTo>
                  <a:pt x="150197" y="2386"/>
                </a:lnTo>
                <a:lnTo>
                  <a:pt x="15019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31" name="Google Shape;1031;p29"/>
          <p:cNvGrpSpPr/>
          <p:nvPr/>
        </p:nvGrpSpPr>
        <p:grpSpPr>
          <a:xfrm>
            <a:off x="7909404" y="539491"/>
            <a:ext cx="1499260" cy="3977495"/>
            <a:chOff x="7953325" y="453442"/>
            <a:chExt cx="1531732" cy="4063644"/>
          </a:xfrm>
        </p:grpSpPr>
        <p:sp>
          <p:nvSpPr>
            <p:cNvPr id="1032" name="Google Shape;1032;p29"/>
            <p:cNvSpPr/>
            <p:nvPr/>
          </p:nvSpPr>
          <p:spPr>
            <a:xfrm>
              <a:off x="7953325" y="1307713"/>
              <a:ext cx="1531681" cy="1950122"/>
            </a:xfrm>
            <a:custGeom>
              <a:avLst/>
              <a:gdLst/>
              <a:ahLst/>
              <a:cxnLst/>
              <a:rect l="l" t="t" r="r" b="b"/>
              <a:pathLst>
                <a:path w="45845" h="60124" extrusionOk="0">
                  <a:moveTo>
                    <a:pt x="0" y="1"/>
                  </a:moveTo>
                  <a:lnTo>
                    <a:pt x="0" y="60124"/>
                  </a:lnTo>
                  <a:lnTo>
                    <a:pt x="45844" y="60124"/>
                  </a:lnTo>
                  <a:lnTo>
                    <a:pt x="4584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29"/>
            <p:cNvSpPr/>
            <p:nvPr/>
          </p:nvSpPr>
          <p:spPr>
            <a:xfrm>
              <a:off x="8056314" y="1428528"/>
              <a:ext cx="1428743" cy="1715638"/>
            </a:xfrm>
            <a:custGeom>
              <a:avLst/>
              <a:gdLst/>
              <a:ahLst/>
              <a:cxnLst/>
              <a:rect l="l" t="t" r="r" b="b"/>
              <a:pathLst>
                <a:path w="43756" h="57384" extrusionOk="0">
                  <a:moveTo>
                    <a:pt x="1" y="1"/>
                  </a:moveTo>
                  <a:lnTo>
                    <a:pt x="1" y="57384"/>
                  </a:lnTo>
                  <a:lnTo>
                    <a:pt x="43755" y="57384"/>
                  </a:lnTo>
                  <a:lnTo>
                    <a:pt x="437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29"/>
            <p:cNvSpPr/>
            <p:nvPr/>
          </p:nvSpPr>
          <p:spPr>
            <a:xfrm>
              <a:off x="9266072" y="2749099"/>
              <a:ext cx="197526" cy="336028"/>
            </a:xfrm>
            <a:custGeom>
              <a:avLst/>
              <a:gdLst/>
              <a:ahLst/>
              <a:cxnLst/>
              <a:rect l="l" t="t" r="r" b="b"/>
              <a:pathLst>
                <a:path w="3627" h="5140" extrusionOk="0">
                  <a:moveTo>
                    <a:pt x="1" y="0"/>
                  </a:moveTo>
                  <a:lnTo>
                    <a:pt x="1" y="5140"/>
                  </a:lnTo>
                  <a:lnTo>
                    <a:pt x="3626" y="5140"/>
                  </a:lnTo>
                  <a:lnTo>
                    <a:pt x="36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29"/>
            <p:cNvSpPr/>
            <p:nvPr/>
          </p:nvSpPr>
          <p:spPr>
            <a:xfrm>
              <a:off x="9028466" y="2749099"/>
              <a:ext cx="197472" cy="336028"/>
            </a:xfrm>
            <a:custGeom>
              <a:avLst/>
              <a:gdLst/>
              <a:ahLst/>
              <a:cxnLst/>
              <a:rect l="l" t="t" r="r" b="b"/>
              <a:pathLst>
                <a:path w="3626" h="5140" extrusionOk="0">
                  <a:moveTo>
                    <a:pt x="1" y="0"/>
                  </a:moveTo>
                  <a:lnTo>
                    <a:pt x="1" y="5140"/>
                  </a:lnTo>
                  <a:lnTo>
                    <a:pt x="3626" y="5140"/>
                  </a:lnTo>
                  <a:lnTo>
                    <a:pt x="36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29"/>
            <p:cNvSpPr/>
            <p:nvPr/>
          </p:nvSpPr>
          <p:spPr>
            <a:xfrm>
              <a:off x="8790751" y="2749099"/>
              <a:ext cx="197526" cy="336028"/>
            </a:xfrm>
            <a:custGeom>
              <a:avLst/>
              <a:gdLst/>
              <a:ahLst/>
              <a:cxnLst/>
              <a:rect l="l" t="t" r="r" b="b"/>
              <a:pathLst>
                <a:path w="3627" h="5140" extrusionOk="0">
                  <a:moveTo>
                    <a:pt x="1" y="0"/>
                  </a:moveTo>
                  <a:lnTo>
                    <a:pt x="1" y="5140"/>
                  </a:lnTo>
                  <a:lnTo>
                    <a:pt x="3626" y="5140"/>
                  </a:lnTo>
                  <a:lnTo>
                    <a:pt x="36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29"/>
            <p:cNvSpPr/>
            <p:nvPr/>
          </p:nvSpPr>
          <p:spPr>
            <a:xfrm>
              <a:off x="8553090" y="2749099"/>
              <a:ext cx="197472" cy="336028"/>
            </a:xfrm>
            <a:custGeom>
              <a:avLst/>
              <a:gdLst/>
              <a:ahLst/>
              <a:cxnLst/>
              <a:rect l="l" t="t" r="r" b="b"/>
              <a:pathLst>
                <a:path w="3626" h="5140" extrusionOk="0">
                  <a:moveTo>
                    <a:pt x="0" y="0"/>
                  </a:moveTo>
                  <a:lnTo>
                    <a:pt x="0" y="5140"/>
                  </a:lnTo>
                  <a:lnTo>
                    <a:pt x="3625" y="5140"/>
                  </a:lnTo>
                  <a:lnTo>
                    <a:pt x="362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29"/>
            <p:cNvSpPr/>
            <p:nvPr/>
          </p:nvSpPr>
          <p:spPr>
            <a:xfrm>
              <a:off x="8315375" y="2749099"/>
              <a:ext cx="197472" cy="336028"/>
            </a:xfrm>
            <a:custGeom>
              <a:avLst/>
              <a:gdLst/>
              <a:ahLst/>
              <a:cxnLst/>
              <a:rect l="l" t="t" r="r" b="b"/>
              <a:pathLst>
                <a:path w="3626" h="5140" extrusionOk="0">
                  <a:moveTo>
                    <a:pt x="0" y="0"/>
                  </a:moveTo>
                  <a:lnTo>
                    <a:pt x="0" y="5140"/>
                  </a:lnTo>
                  <a:lnTo>
                    <a:pt x="3626" y="5140"/>
                  </a:lnTo>
                  <a:lnTo>
                    <a:pt x="36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29"/>
            <p:cNvSpPr/>
            <p:nvPr/>
          </p:nvSpPr>
          <p:spPr>
            <a:xfrm>
              <a:off x="8175196" y="1594854"/>
              <a:ext cx="127110" cy="363085"/>
            </a:xfrm>
            <a:custGeom>
              <a:avLst/>
              <a:gdLst/>
              <a:ahLst/>
              <a:cxnLst/>
              <a:rect l="l" t="t" r="r" b="b"/>
              <a:pathLst>
                <a:path w="2334" h="6667" extrusionOk="0">
                  <a:moveTo>
                    <a:pt x="0" y="1"/>
                  </a:moveTo>
                  <a:lnTo>
                    <a:pt x="0" y="6666"/>
                  </a:lnTo>
                  <a:lnTo>
                    <a:pt x="2334" y="6666"/>
                  </a:lnTo>
                  <a:lnTo>
                    <a:pt x="233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29"/>
            <p:cNvSpPr/>
            <p:nvPr/>
          </p:nvSpPr>
          <p:spPr>
            <a:xfrm>
              <a:off x="8175196" y="2178817"/>
              <a:ext cx="99553" cy="363030"/>
            </a:xfrm>
            <a:custGeom>
              <a:avLst/>
              <a:gdLst/>
              <a:ahLst/>
              <a:cxnLst/>
              <a:rect l="l" t="t" r="r" b="b"/>
              <a:pathLst>
                <a:path w="1828" h="6666" extrusionOk="0">
                  <a:moveTo>
                    <a:pt x="0" y="1"/>
                  </a:moveTo>
                  <a:lnTo>
                    <a:pt x="0" y="6666"/>
                  </a:lnTo>
                  <a:lnTo>
                    <a:pt x="1828" y="6666"/>
                  </a:lnTo>
                  <a:lnTo>
                    <a:pt x="182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29"/>
            <p:cNvSpPr/>
            <p:nvPr/>
          </p:nvSpPr>
          <p:spPr>
            <a:xfrm>
              <a:off x="8470745" y="2435047"/>
              <a:ext cx="363030" cy="99553"/>
            </a:xfrm>
            <a:custGeom>
              <a:avLst/>
              <a:gdLst/>
              <a:ahLst/>
              <a:cxnLst/>
              <a:rect l="l" t="t" r="r" b="b"/>
              <a:pathLst>
                <a:path w="6666" h="1828" extrusionOk="0">
                  <a:moveTo>
                    <a:pt x="1" y="0"/>
                  </a:moveTo>
                  <a:lnTo>
                    <a:pt x="1" y="1828"/>
                  </a:lnTo>
                  <a:lnTo>
                    <a:pt x="6666" y="1828"/>
                  </a:lnTo>
                  <a:lnTo>
                    <a:pt x="66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29"/>
            <p:cNvSpPr/>
            <p:nvPr/>
          </p:nvSpPr>
          <p:spPr>
            <a:xfrm>
              <a:off x="8323706" y="2261758"/>
              <a:ext cx="99553" cy="280088"/>
            </a:xfrm>
            <a:custGeom>
              <a:avLst/>
              <a:gdLst/>
              <a:ahLst/>
              <a:cxnLst/>
              <a:rect l="l" t="t" r="r" b="b"/>
              <a:pathLst>
                <a:path w="1828" h="5143" extrusionOk="0">
                  <a:moveTo>
                    <a:pt x="0" y="0"/>
                  </a:moveTo>
                  <a:lnTo>
                    <a:pt x="0" y="5143"/>
                  </a:lnTo>
                  <a:lnTo>
                    <a:pt x="1828" y="5143"/>
                  </a:lnTo>
                  <a:lnTo>
                    <a:pt x="182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29"/>
            <p:cNvSpPr/>
            <p:nvPr/>
          </p:nvSpPr>
          <p:spPr>
            <a:xfrm>
              <a:off x="9111020" y="2205829"/>
              <a:ext cx="170460" cy="336018"/>
            </a:xfrm>
            <a:custGeom>
              <a:avLst/>
              <a:gdLst/>
              <a:ahLst/>
              <a:cxnLst/>
              <a:rect l="l" t="t" r="r" b="b"/>
              <a:pathLst>
                <a:path w="3130" h="6170" extrusionOk="0">
                  <a:moveTo>
                    <a:pt x="0" y="0"/>
                  </a:moveTo>
                  <a:lnTo>
                    <a:pt x="0" y="6170"/>
                  </a:lnTo>
                  <a:lnTo>
                    <a:pt x="3130" y="6170"/>
                  </a:lnTo>
                  <a:lnTo>
                    <a:pt x="313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29"/>
            <p:cNvSpPr/>
            <p:nvPr/>
          </p:nvSpPr>
          <p:spPr>
            <a:xfrm>
              <a:off x="9303369" y="2305979"/>
              <a:ext cx="148785" cy="235866"/>
            </a:xfrm>
            <a:custGeom>
              <a:avLst/>
              <a:gdLst/>
              <a:ahLst/>
              <a:cxnLst/>
              <a:rect l="l" t="t" r="r" b="b"/>
              <a:pathLst>
                <a:path w="2732" h="4331" extrusionOk="0">
                  <a:moveTo>
                    <a:pt x="0" y="0"/>
                  </a:moveTo>
                  <a:lnTo>
                    <a:pt x="0" y="4331"/>
                  </a:lnTo>
                  <a:lnTo>
                    <a:pt x="2731" y="4331"/>
                  </a:lnTo>
                  <a:lnTo>
                    <a:pt x="273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29"/>
            <p:cNvSpPr/>
            <p:nvPr/>
          </p:nvSpPr>
          <p:spPr>
            <a:xfrm>
              <a:off x="8339444" y="1594854"/>
              <a:ext cx="127110" cy="363085"/>
            </a:xfrm>
            <a:custGeom>
              <a:avLst/>
              <a:gdLst/>
              <a:ahLst/>
              <a:cxnLst/>
              <a:rect l="l" t="t" r="r" b="b"/>
              <a:pathLst>
                <a:path w="2334" h="6667" extrusionOk="0">
                  <a:moveTo>
                    <a:pt x="0" y="1"/>
                  </a:moveTo>
                  <a:lnTo>
                    <a:pt x="0" y="6666"/>
                  </a:lnTo>
                  <a:lnTo>
                    <a:pt x="2334" y="6666"/>
                  </a:lnTo>
                  <a:lnTo>
                    <a:pt x="233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29"/>
            <p:cNvSpPr/>
            <p:nvPr/>
          </p:nvSpPr>
          <p:spPr>
            <a:xfrm>
              <a:off x="8503693" y="1594854"/>
              <a:ext cx="127110" cy="363085"/>
            </a:xfrm>
            <a:custGeom>
              <a:avLst/>
              <a:gdLst/>
              <a:ahLst/>
              <a:cxnLst/>
              <a:rect l="l" t="t" r="r" b="b"/>
              <a:pathLst>
                <a:path w="2334" h="6667" extrusionOk="0">
                  <a:moveTo>
                    <a:pt x="0" y="1"/>
                  </a:moveTo>
                  <a:lnTo>
                    <a:pt x="0" y="6666"/>
                  </a:lnTo>
                  <a:lnTo>
                    <a:pt x="2334" y="6666"/>
                  </a:lnTo>
                  <a:lnTo>
                    <a:pt x="233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29"/>
            <p:cNvSpPr/>
            <p:nvPr/>
          </p:nvSpPr>
          <p:spPr>
            <a:xfrm>
              <a:off x="8667941" y="1594854"/>
              <a:ext cx="127110" cy="363085"/>
            </a:xfrm>
            <a:custGeom>
              <a:avLst/>
              <a:gdLst/>
              <a:ahLst/>
              <a:cxnLst/>
              <a:rect l="l" t="t" r="r" b="b"/>
              <a:pathLst>
                <a:path w="2334" h="6667" extrusionOk="0">
                  <a:moveTo>
                    <a:pt x="0" y="1"/>
                  </a:moveTo>
                  <a:lnTo>
                    <a:pt x="0" y="6666"/>
                  </a:lnTo>
                  <a:lnTo>
                    <a:pt x="2334" y="6666"/>
                  </a:lnTo>
                  <a:lnTo>
                    <a:pt x="233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29"/>
            <p:cNvSpPr/>
            <p:nvPr/>
          </p:nvSpPr>
          <p:spPr>
            <a:xfrm>
              <a:off x="8832244" y="1594854"/>
              <a:ext cx="127055" cy="363085"/>
            </a:xfrm>
            <a:custGeom>
              <a:avLst/>
              <a:gdLst/>
              <a:ahLst/>
              <a:cxnLst/>
              <a:rect l="l" t="t" r="r" b="b"/>
              <a:pathLst>
                <a:path w="2333" h="6667" extrusionOk="0">
                  <a:moveTo>
                    <a:pt x="1" y="1"/>
                  </a:moveTo>
                  <a:lnTo>
                    <a:pt x="1" y="6666"/>
                  </a:lnTo>
                  <a:lnTo>
                    <a:pt x="2333" y="6666"/>
                  </a:lnTo>
                  <a:lnTo>
                    <a:pt x="233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29"/>
            <p:cNvSpPr/>
            <p:nvPr/>
          </p:nvSpPr>
          <p:spPr>
            <a:xfrm>
              <a:off x="8996547" y="1594854"/>
              <a:ext cx="127110" cy="363085"/>
            </a:xfrm>
            <a:custGeom>
              <a:avLst/>
              <a:gdLst/>
              <a:ahLst/>
              <a:cxnLst/>
              <a:rect l="l" t="t" r="r" b="b"/>
              <a:pathLst>
                <a:path w="2334" h="6667" extrusionOk="0">
                  <a:moveTo>
                    <a:pt x="0" y="1"/>
                  </a:moveTo>
                  <a:lnTo>
                    <a:pt x="0" y="6666"/>
                  </a:lnTo>
                  <a:lnTo>
                    <a:pt x="2333" y="6666"/>
                  </a:lnTo>
                  <a:lnTo>
                    <a:pt x="233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29"/>
            <p:cNvSpPr/>
            <p:nvPr/>
          </p:nvSpPr>
          <p:spPr>
            <a:xfrm>
              <a:off x="9160796" y="1594854"/>
              <a:ext cx="127110" cy="363085"/>
            </a:xfrm>
            <a:custGeom>
              <a:avLst/>
              <a:gdLst/>
              <a:ahLst/>
              <a:cxnLst/>
              <a:rect l="l" t="t" r="r" b="b"/>
              <a:pathLst>
                <a:path w="2334" h="6667" extrusionOk="0">
                  <a:moveTo>
                    <a:pt x="0" y="1"/>
                  </a:moveTo>
                  <a:lnTo>
                    <a:pt x="0" y="6666"/>
                  </a:lnTo>
                  <a:lnTo>
                    <a:pt x="2333" y="6666"/>
                  </a:lnTo>
                  <a:lnTo>
                    <a:pt x="233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29"/>
            <p:cNvSpPr/>
            <p:nvPr/>
          </p:nvSpPr>
          <p:spPr>
            <a:xfrm>
              <a:off x="9325044" y="1594854"/>
              <a:ext cx="127110" cy="363085"/>
            </a:xfrm>
            <a:custGeom>
              <a:avLst/>
              <a:gdLst/>
              <a:ahLst/>
              <a:cxnLst/>
              <a:rect l="l" t="t" r="r" b="b"/>
              <a:pathLst>
                <a:path w="2334" h="6667" extrusionOk="0">
                  <a:moveTo>
                    <a:pt x="0" y="1"/>
                  </a:moveTo>
                  <a:lnTo>
                    <a:pt x="0" y="6666"/>
                  </a:lnTo>
                  <a:lnTo>
                    <a:pt x="2333" y="6666"/>
                  </a:lnTo>
                  <a:lnTo>
                    <a:pt x="233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29"/>
            <p:cNvSpPr/>
            <p:nvPr/>
          </p:nvSpPr>
          <p:spPr>
            <a:xfrm>
              <a:off x="8024740" y="1951553"/>
              <a:ext cx="1460283" cy="104781"/>
            </a:xfrm>
            <a:custGeom>
              <a:avLst/>
              <a:gdLst/>
              <a:ahLst/>
              <a:cxnLst/>
              <a:rect l="l" t="t" r="r" b="b"/>
              <a:pathLst>
                <a:path w="44104" h="1924" extrusionOk="0">
                  <a:moveTo>
                    <a:pt x="0" y="0"/>
                  </a:moveTo>
                  <a:lnTo>
                    <a:pt x="0" y="1924"/>
                  </a:lnTo>
                  <a:lnTo>
                    <a:pt x="44103" y="1924"/>
                  </a:lnTo>
                  <a:lnTo>
                    <a:pt x="4410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29"/>
            <p:cNvSpPr/>
            <p:nvPr/>
          </p:nvSpPr>
          <p:spPr>
            <a:xfrm>
              <a:off x="8024740" y="3095269"/>
              <a:ext cx="1460283" cy="104835"/>
            </a:xfrm>
            <a:custGeom>
              <a:avLst/>
              <a:gdLst/>
              <a:ahLst/>
              <a:cxnLst/>
              <a:rect l="l" t="t" r="r" b="b"/>
              <a:pathLst>
                <a:path w="44104" h="1925" extrusionOk="0">
                  <a:moveTo>
                    <a:pt x="0" y="1"/>
                  </a:moveTo>
                  <a:lnTo>
                    <a:pt x="0" y="1925"/>
                  </a:lnTo>
                  <a:lnTo>
                    <a:pt x="44103" y="1925"/>
                  </a:lnTo>
                  <a:lnTo>
                    <a:pt x="4410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54" name="Google Shape;1054;p29"/>
            <p:cNvGrpSpPr/>
            <p:nvPr/>
          </p:nvGrpSpPr>
          <p:grpSpPr>
            <a:xfrm flipH="1">
              <a:off x="8504986" y="453442"/>
              <a:ext cx="499802" cy="866648"/>
              <a:chOff x="860475" y="175731"/>
              <a:chExt cx="603261" cy="1046045"/>
            </a:xfrm>
          </p:grpSpPr>
          <p:sp>
            <p:nvSpPr>
              <p:cNvPr id="1055" name="Google Shape;1055;p29"/>
              <p:cNvSpPr/>
              <p:nvPr/>
            </p:nvSpPr>
            <p:spPr>
              <a:xfrm>
                <a:off x="860475" y="175731"/>
                <a:ext cx="603261" cy="612933"/>
              </a:xfrm>
              <a:custGeom>
                <a:avLst/>
                <a:gdLst/>
                <a:ahLst/>
                <a:cxnLst/>
                <a:rect l="l" t="t" r="r" b="b"/>
                <a:pathLst>
                  <a:path w="10541" h="10710" extrusionOk="0">
                    <a:moveTo>
                      <a:pt x="3783" y="1"/>
                    </a:moveTo>
                    <a:cubicBezTo>
                      <a:pt x="3499" y="1"/>
                      <a:pt x="2763" y="236"/>
                      <a:pt x="2846" y="3430"/>
                    </a:cubicBezTo>
                    <a:cubicBezTo>
                      <a:pt x="2929" y="6666"/>
                      <a:pt x="3347" y="8227"/>
                      <a:pt x="4017" y="9956"/>
                    </a:cubicBezTo>
                    <a:cubicBezTo>
                      <a:pt x="4017" y="9956"/>
                      <a:pt x="3486" y="9426"/>
                      <a:pt x="2595" y="7920"/>
                    </a:cubicBezTo>
                    <a:cubicBezTo>
                      <a:pt x="1719" y="6442"/>
                      <a:pt x="1213" y="5664"/>
                      <a:pt x="639" y="5664"/>
                    </a:cubicBezTo>
                    <a:cubicBezTo>
                      <a:pt x="629" y="5664"/>
                      <a:pt x="618" y="5664"/>
                      <a:pt x="607" y="5664"/>
                    </a:cubicBezTo>
                    <a:cubicBezTo>
                      <a:pt x="22" y="5693"/>
                      <a:pt x="1" y="6665"/>
                      <a:pt x="781" y="7920"/>
                    </a:cubicBezTo>
                    <a:cubicBezTo>
                      <a:pt x="1563" y="9175"/>
                      <a:pt x="2344" y="10067"/>
                      <a:pt x="3989" y="10485"/>
                    </a:cubicBezTo>
                    <a:cubicBezTo>
                      <a:pt x="3989" y="10485"/>
                      <a:pt x="3915" y="10710"/>
                      <a:pt x="4771" y="10710"/>
                    </a:cubicBezTo>
                    <a:cubicBezTo>
                      <a:pt x="5085" y="10710"/>
                      <a:pt x="5523" y="10680"/>
                      <a:pt x="6136" y="10597"/>
                    </a:cubicBezTo>
                    <a:cubicBezTo>
                      <a:pt x="10235" y="8506"/>
                      <a:pt x="10541" y="5912"/>
                      <a:pt x="9984" y="5662"/>
                    </a:cubicBezTo>
                    <a:cubicBezTo>
                      <a:pt x="9963" y="5652"/>
                      <a:pt x="9940" y="5648"/>
                      <a:pt x="9916" y="5648"/>
                    </a:cubicBezTo>
                    <a:cubicBezTo>
                      <a:pt x="9277" y="5648"/>
                      <a:pt x="7348" y="8664"/>
                      <a:pt x="5523" y="9845"/>
                    </a:cubicBezTo>
                    <a:cubicBezTo>
                      <a:pt x="7251" y="7223"/>
                      <a:pt x="9399" y="2874"/>
                      <a:pt x="8757" y="2205"/>
                    </a:cubicBezTo>
                    <a:cubicBezTo>
                      <a:pt x="8652" y="2095"/>
                      <a:pt x="8497" y="2032"/>
                      <a:pt x="8311" y="2032"/>
                    </a:cubicBezTo>
                    <a:cubicBezTo>
                      <a:pt x="7782" y="2032"/>
                      <a:pt x="6997" y="2539"/>
                      <a:pt x="6357" y="3921"/>
                    </a:cubicBezTo>
                    <a:cubicBezTo>
                      <a:pt x="5493" y="5789"/>
                      <a:pt x="5607" y="8339"/>
                      <a:pt x="4880" y="9705"/>
                    </a:cubicBezTo>
                    <a:cubicBezTo>
                      <a:pt x="4880" y="9705"/>
                      <a:pt x="5026" y="6730"/>
                      <a:pt x="4969" y="4890"/>
                    </a:cubicBezTo>
                    <a:cubicBezTo>
                      <a:pt x="4912" y="3049"/>
                      <a:pt x="4289" y="11"/>
                      <a:pt x="3793" y="1"/>
                    </a:cubicBezTo>
                    <a:cubicBezTo>
                      <a:pt x="3790" y="1"/>
                      <a:pt x="3786" y="1"/>
                      <a:pt x="378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Google Shape;1056;p29"/>
              <p:cNvSpPr/>
              <p:nvPr/>
            </p:nvSpPr>
            <p:spPr>
              <a:xfrm>
                <a:off x="869345" y="751861"/>
                <a:ext cx="535444" cy="469916"/>
              </a:xfrm>
              <a:custGeom>
                <a:avLst/>
                <a:gdLst/>
                <a:ahLst/>
                <a:cxnLst/>
                <a:rect l="l" t="t" r="r" b="b"/>
                <a:pathLst>
                  <a:path w="9356" h="8211" extrusionOk="0">
                    <a:moveTo>
                      <a:pt x="935" y="0"/>
                    </a:moveTo>
                    <a:cubicBezTo>
                      <a:pt x="558" y="0"/>
                      <a:pt x="126" y="251"/>
                      <a:pt x="126" y="614"/>
                    </a:cubicBezTo>
                    <a:cubicBezTo>
                      <a:pt x="0" y="2539"/>
                      <a:pt x="393" y="7674"/>
                      <a:pt x="3166" y="8080"/>
                    </a:cubicBezTo>
                    <a:cubicBezTo>
                      <a:pt x="3699" y="8155"/>
                      <a:pt x="4296" y="8211"/>
                      <a:pt x="4921" y="8211"/>
                    </a:cubicBezTo>
                    <a:cubicBezTo>
                      <a:pt x="5548" y="8211"/>
                      <a:pt x="6203" y="8154"/>
                      <a:pt x="6850" y="8003"/>
                    </a:cubicBezTo>
                    <a:cubicBezTo>
                      <a:pt x="8398" y="7334"/>
                      <a:pt x="9356" y="5466"/>
                      <a:pt x="9272" y="697"/>
                    </a:cubicBezTo>
                    <a:cubicBezTo>
                      <a:pt x="9272" y="363"/>
                      <a:pt x="9175" y="0"/>
                      <a:pt x="863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57" name="Google Shape;1057;p29"/>
            <p:cNvSpPr/>
            <p:nvPr/>
          </p:nvSpPr>
          <p:spPr>
            <a:xfrm>
              <a:off x="7953325" y="2566964"/>
              <a:ext cx="1531681" cy="1950122"/>
            </a:xfrm>
            <a:custGeom>
              <a:avLst/>
              <a:gdLst/>
              <a:ahLst/>
              <a:cxnLst/>
              <a:rect l="l" t="t" r="r" b="b"/>
              <a:pathLst>
                <a:path w="45845" h="60124" extrusionOk="0">
                  <a:moveTo>
                    <a:pt x="0" y="1"/>
                  </a:moveTo>
                  <a:lnTo>
                    <a:pt x="0" y="60124"/>
                  </a:lnTo>
                  <a:lnTo>
                    <a:pt x="45844" y="60124"/>
                  </a:lnTo>
                  <a:lnTo>
                    <a:pt x="4584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29"/>
            <p:cNvSpPr/>
            <p:nvPr/>
          </p:nvSpPr>
          <p:spPr>
            <a:xfrm>
              <a:off x="8056314" y="2687779"/>
              <a:ext cx="1428743" cy="1715638"/>
            </a:xfrm>
            <a:custGeom>
              <a:avLst/>
              <a:gdLst/>
              <a:ahLst/>
              <a:cxnLst/>
              <a:rect l="l" t="t" r="r" b="b"/>
              <a:pathLst>
                <a:path w="43756" h="57384" extrusionOk="0">
                  <a:moveTo>
                    <a:pt x="1" y="1"/>
                  </a:moveTo>
                  <a:lnTo>
                    <a:pt x="1" y="57384"/>
                  </a:lnTo>
                  <a:lnTo>
                    <a:pt x="43755" y="57384"/>
                  </a:lnTo>
                  <a:lnTo>
                    <a:pt x="437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29"/>
            <p:cNvSpPr/>
            <p:nvPr/>
          </p:nvSpPr>
          <p:spPr>
            <a:xfrm>
              <a:off x="9266072" y="4008349"/>
              <a:ext cx="197526" cy="336028"/>
            </a:xfrm>
            <a:custGeom>
              <a:avLst/>
              <a:gdLst/>
              <a:ahLst/>
              <a:cxnLst/>
              <a:rect l="l" t="t" r="r" b="b"/>
              <a:pathLst>
                <a:path w="3627" h="5140" extrusionOk="0">
                  <a:moveTo>
                    <a:pt x="1" y="0"/>
                  </a:moveTo>
                  <a:lnTo>
                    <a:pt x="1" y="5140"/>
                  </a:lnTo>
                  <a:lnTo>
                    <a:pt x="3626" y="5140"/>
                  </a:lnTo>
                  <a:lnTo>
                    <a:pt x="36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29"/>
            <p:cNvSpPr/>
            <p:nvPr/>
          </p:nvSpPr>
          <p:spPr>
            <a:xfrm>
              <a:off x="9028466" y="4008349"/>
              <a:ext cx="197472" cy="336028"/>
            </a:xfrm>
            <a:custGeom>
              <a:avLst/>
              <a:gdLst/>
              <a:ahLst/>
              <a:cxnLst/>
              <a:rect l="l" t="t" r="r" b="b"/>
              <a:pathLst>
                <a:path w="3626" h="5140" extrusionOk="0">
                  <a:moveTo>
                    <a:pt x="1" y="0"/>
                  </a:moveTo>
                  <a:lnTo>
                    <a:pt x="1" y="5140"/>
                  </a:lnTo>
                  <a:lnTo>
                    <a:pt x="3626" y="5140"/>
                  </a:lnTo>
                  <a:lnTo>
                    <a:pt x="36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29"/>
            <p:cNvSpPr/>
            <p:nvPr/>
          </p:nvSpPr>
          <p:spPr>
            <a:xfrm>
              <a:off x="8790751" y="4008349"/>
              <a:ext cx="197526" cy="336028"/>
            </a:xfrm>
            <a:custGeom>
              <a:avLst/>
              <a:gdLst/>
              <a:ahLst/>
              <a:cxnLst/>
              <a:rect l="l" t="t" r="r" b="b"/>
              <a:pathLst>
                <a:path w="3627" h="5140" extrusionOk="0">
                  <a:moveTo>
                    <a:pt x="1" y="0"/>
                  </a:moveTo>
                  <a:lnTo>
                    <a:pt x="1" y="5140"/>
                  </a:lnTo>
                  <a:lnTo>
                    <a:pt x="3626" y="5140"/>
                  </a:lnTo>
                  <a:lnTo>
                    <a:pt x="36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29"/>
            <p:cNvSpPr/>
            <p:nvPr/>
          </p:nvSpPr>
          <p:spPr>
            <a:xfrm>
              <a:off x="8553090" y="4008349"/>
              <a:ext cx="197472" cy="336028"/>
            </a:xfrm>
            <a:custGeom>
              <a:avLst/>
              <a:gdLst/>
              <a:ahLst/>
              <a:cxnLst/>
              <a:rect l="l" t="t" r="r" b="b"/>
              <a:pathLst>
                <a:path w="3626" h="5140" extrusionOk="0">
                  <a:moveTo>
                    <a:pt x="0" y="0"/>
                  </a:moveTo>
                  <a:lnTo>
                    <a:pt x="0" y="5140"/>
                  </a:lnTo>
                  <a:lnTo>
                    <a:pt x="3625" y="5140"/>
                  </a:lnTo>
                  <a:lnTo>
                    <a:pt x="362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29"/>
            <p:cNvSpPr/>
            <p:nvPr/>
          </p:nvSpPr>
          <p:spPr>
            <a:xfrm>
              <a:off x="8315375" y="4008349"/>
              <a:ext cx="197472" cy="336028"/>
            </a:xfrm>
            <a:custGeom>
              <a:avLst/>
              <a:gdLst/>
              <a:ahLst/>
              <a:cxnLst/>
              <a:rect l="l" t="t" r="r" b="b"/>
              <a:pathLst>
                <a:path w="3626" h="5140" extrusionOk="0">
                  <a:moveTo>
                    <a:pt x="0" y="0"/>
                  </a:moveTo>
                  <a:lnTo>
                    <a:pt x="0" y="5140"/>
                  </a:lnTo>
                  <a:lnTo>
                    <a:pt x="3626" y="5140"/>
                  </a:lnTo>
                  <a:lnTo>
                    <a:pt x="36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29"/>
            <p:cNvSpPr/>
            <p:nvPr/>
          </p:nvSpPr>
          <p:spPr>
            <a:xfrm>
              <a:off x="8175196" y="2854104"/>
              <a:ext cx="127110" cy="363085"/>
            </a:xfrm>
            <a:custGeom>
              <a:avLst/>
              <a:gdLst/>
              <a:ahLst/>
              <a:cxnLst/>
              <a:rect l="l" t="t" r="r" b="b"/>
              <a:pathLst>
                <a:path w="2334" h="6667" extrusionOk="0">
                  <a:moveTo>
                    <a:pt x="0" y="1"/>
                  </a:moveTo>
                  <a:lnTo>
                    <a:pt x="0" y="6666"/>
                  </a:lnTo>
                  <a:lnTo>
                    <a:pt x="2334" y="6666"/>
                  </a:lnTo>
                  <a:lnTo>
                    <a:pt x="233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29"/>
            <p:cNvSpPr/>
            <p:nvPr/>
          </p:nvSpPr>
          <p:spPr>
            <a:xfrm>
              <a:off x="8175196" y="3438067"/>
              <a:ext cx="99553" cy="363030"/>
            </a:xfrm>
            <a:custGeom>
              <a:avLst/>
              <a:gdLst/>
              <a:ahLst/>
              <a:cxnLst/>
              <a:rect l="l" t="t" r="r" b="b"/>
              <a:pathLst>
                <a:path w="1828" h="6666" extrusionOk="0">
                  <a:moveTo>
                    <a:pt x="0" y="1"/>
                  </a:moveTo>
                  <a:lnTo>
                    <a:pt x="0" y="6666"/>
                  </a:lnTo>
                  <a:lnTo>
                    <a:pt x="1828" y="6666"/>
                  </a:lnTo>
                  <a:lnTo>
                    <a:pt x="182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29"/>
            <p:cNvSpPr/>
            <p:nvPr/>
          </p:nvSpPr>
          <p:spPr>
            <a:xfrm>
              <a:off x="8470745" y="3694297"/>
              <a:ext cx="363030" cy="99553"/>
            </a:xfrm>
            <a:custGeom>
              <a:avLst/>
              <a:gdLst/>
              <a:ahLst/>
              <a:cxnLst/>
              <a:rect l="l" t="t" r="r" b="b"/>
              <a:pathLst>
                <a:path w="6666" h="1828" extrusionOk="0">
                  <a:moveTo>
                    <a:pt x="1" y="0"/>
                  </a:moveTo>
                  <a:lnTo>
                    <a:pt x="1" y="1828"/>
                  </a:lnTo>
                  <a:lnTo>
                    <a:pt x="6666" y="1828"/>
                  </a:lnTo>
                  <a:lnTo>
                    <a:pt x="666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29"/>
            <p:cNvSpPr/>
            <p:nvPr/>
          </p:nvSpPr>
          <p:spPr>
            <a:xfrm>
              <a:off x="8323706" y="3521008"/>
              <a:ext cx="99553" cy="280088"/>
            </a:xfrm>
            <a:custGeom>
              <a:avLst/>
              <a:gdLst/>
              <a:ahLst/>
              <a:cxnLst/>
              <a:rect l="l" t="t" r="r" b="b"/>
              <a:pathLst>
                <a:path w="1828" h="5143" extrusionOk="0">
                  <a:moveTo>
                    <a:pt x="0" y="0"/>
                  </a:moveTo>
                  <a:lnTo>
                    <a:pt x="0" y="5143"/>
                  </a:lnTo>
                  <a:lnTo>
                    <a:pt x="1828" y="5143"/>
                  </a:lnTo>
                  <a:lnTo>
                    <a:pt x="182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29"/>
            <p:cNvSpPr/>
            <p:nvPr/>
          </p:nvSpPr>
          <p:spPr>
            <a:xfrm>
              <a:off x="9111020" y="3465079"/>
              <a:ext cx="170460" cy="336018"/>
            </a:xfrm>
            <a:custGeom>
              <a:avLst/>
              <a:gdLst/>
              <a:ahLst/>
              <a:cxnLst/>
              <a:rect l="l" t="t" r="r" b="b"/>
              <a:pathLst>
                <a:path w="3130" h="6170" extrusionOk="0">
                  <a:moveTo>
                    <a:pt x="0" y="0"/>
                  </a:moveTo>
                  <a:lnTo>
                    <a:pt x="0" y="6170"/>
                  </a:lnTo>
                  <a:lnTo>
                    <a:pt x="3130" y="6170"/>
                  </a:lnTo>
                  <a:lnTo>
                    <a:pt x="313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29"/>
            <p:cNvSpPr/>
            <p:nvPr/>
          </p:nvSpPr>
          <p:spPr>
            <a:xfrm>
              <a:off x="9303369" y="3565229"/>
              <a:ext cx="148785" cy="235866"/>
            </a:xfrm>
            <a:custGeom>
              <a:avLst/>
              <a:gdLst/>
              <a:ahLst/>
              <a:cxnLst/>
              <a:rect l="l" t="t" r="r" b="b"/>
              <a:pathLst>
                <a:path w="2732" h="4331" extrusionOk="0">
                  <a:moveTo>
                    <a:pt x="0" y="0"/>
                  </a:moveTo>
                  <a:lnTo>
                    <a:pt x="0" y="4331"/>
                  </a:lnTo>
                  <a:lnTo>
                    <a:pt x="2731" y="4331"/>
                  </a:lnTo>
                  <a:lnTo>
                    <a:pt x="273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29"/>
            <p:cNvSpPr/>
            <p:nvPr/>
          </p:nvSpPr>
          <p:spPr>
            <a:xfrm>
              <a:off x="8339444" y="2854104"/>
              <a:ext cx="127110" cy="363085"/>
            </a:xfrm>
            <a:custGeom>
              <a:avLst/>
              <a:gdLst/>
              <a:ahLst/>
              <a:cxnLst/>
              <a:rect l="l" t="t" r="r" b="b"/>
              <a:pathLst>
                <a:path w="2334" h="6667" extrusionOk="0">
                  <a:moveTo>
                    <a:pt x="0" y="1"/>
                  </a:moveTo>
                  <a:lnTo>
                    <a:pt x="0" y="6666"/>
                  </a:lnTo>
                  <a:lnTo>
                    <a:pt x="2334" y="6666"/>
                  </a:lnTo>
                  <a:lnTo>
                    <a:pt x="233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29"/>
            <p:cNvSpPr/>
            <p:nvPr/>
          </p:nvSpPr>
          <p:spPr>
            <a:xfrm>
              <a:off x="8503693" y="2854104"/>
              <a:ext cx="127110" cy="363085"/>
            </a:xfrm>
            <a:custGeom>
              <a:avLst/>
              <a:gdLst/>
              <a:ahLst/>
              <a:cxnLst/>
              <a:rect l="l" t="t" r="r" b="b"/>
              <a:pathLst>
                <a:path w="2334" h="6667" extrusionOk="0">
                  <a:moveTo>
                    <a:pt x="0" y="1"/>
                  </a:moveTo>
                  <a:lnTo>
                    <a:pt x="0" y="6666"/>
                  </a:lnTo>
                  <a:lnTo>
                    <a:pt x="2334" y="6666"/>
                  </a:lnTo>
                  <a:lnTo>
                    <a:pt x="233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29"/>
            <p:cNvSpPr/>
            <p:nvPr/>
          </p:nvSpPr>
          <p:spPr>
            <a:xfrm>
              <a:off x="8667941" y="2854104"/>
              <a:ext cx="127110" cy="363085"/>
            </a:xfrm>
            <a:custGeom>
              <a:avLst/>
              <a:gdLst/>
              <a:ahLst/>
              <a:cxnLst/>
              <a:rect l="l" t="t" r="r" b="b"/>
              <a:pathLst>
                <a:path w="2334" h="6667" extrusionOk="0">
                  <a:moveTo>
                    <a:pt x="0" y="1"/>
                  </a:moveTo>
                  <a:lnTo>
                    <a:pt x="0" y="6666"/>
                  </a:lnTo>
                  <a:lnTo>
                    <a:pt x="2334" y="6666"/>
                  </a:lnTo>
                  <a:lnTo>
                    <a:pt x="233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29"/>
            <p:cNvSpPr/>
            <p:nvPr/>
          </p:nvSpPr>
          <p:spPr>
            <a:xfrm>
              <a:off x="8832244" y="2854104"/>
              <a:ext cx="127055" cy="363085"/>
            </a:xfrm>
            <a:custGeom>
              <a:avLst/>
              <a:gdLst/>
              <a:ahLst/>
              <a:cxnLst/>
              <a:rect l="l" t="t" r="r" b="b"/>
              <a:pathLst>
                <a:path w="2333" h="6667" extrusionOk="0">
                  <a:moveTo>
                    <a:pt x="1" y="1"/>
                  </a:moveTo>
                  <a:lnTo>
                    <a:pt x="1" y="6666"/>
                  </a:lnTo>
                  <a:lnTo>
                    <a:pt x="2333" y="6666"/>
                  </a:lnTo>
                  <a:lnTo>
                    <a:pt x="233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29"/>
            <p:cNvSpPr/>
            <p:nvPr/>
          </p:nvSpPr>
          <p:spPr>
            <a:xfrm>
              <a:off x="8996547" y="2854104"/>
              <a:ext cx="127110" cy="363085"/>
            </a:xfrm>
            <a:custGeom>
              <a:avLst/>
              <a:gdLst/>
              <a:ahLst/>
              <a:cxnLst/>
              <a:rect l="l" t="t" r="r" b="b"/>
              <a:pathLst>
                <a:path w="2334" h="6667" extrusionOk="0">
                  <a:moveTo>
                    <a:pt x="0" y="1"/>
                  </a:moveTo>
                  <a:lnTo>
                    <a:pt x="0" y="6666"/>
                  </a:lnTo>
                  <a:lnTo>
                    <a:pt x="2333" y="6666"/>
                  </a:lnTo>
                  <a:lnTo>
                    <a:pt x="233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29"/>
            <p:cNvSpPr/>
            <p:nvPr/>
          </p:nvSpPr>
          <p:spPr>
            <a:xfrm>
              <a:off x="9160796" y="2854104"/>
              <a:ext cx="127110" cy="363085"/>
            </a:xfrm>
            <a:custGeom>
              <a:avLst/>
              <a:gdLst/>
              <a:ahLst/>
              <a:cxnLst/>
              <a:rect l="l" t="t" r="r" b="b"/>
              <a:pathLst>
                <a:path w="2334" h="6667" extrusionOk="0">
                  <a:moveTo>
                    <a:pt x="0" y="1"/>
                  </a:moveTo>
                  <a:lnTo>
                    <a:pt x="0" y="6666"/>
                  </a:lnTo>
                  <a:lnTo>
                    <a:pt x="2333" y="6666"/>
                  </a:lnTo>
                  <a:lnTo>
                    <a:pt x="233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29"/>
            <p:cNvSpPr/>
            <p:nvPr/>
          </p:nvSpPr>
          <p:spPr>
            <a:xfrm>
              <a:off x="9325044" y="2854104"/>
              <a:ext cx="127110" cy="363085"/>
            </a:xfrm>
            <a:custGeom>
              <a:avLst/>
              <a:gdLst/>
              <a:ahLst/>
              <a:cxnLst/>
              <a:rect l="l" t="t" r="r" b="b"/>
              <a:pathLst>
                <a:path w="2334" h="6667" extrusionOk="0">
                  <a:moveTo>
                    <a:pt x="0" y="1"/>
                  </a:moveTo>
                  <a:lnTo>
                    <a:pt x="0" y="6666"/>
                  </a:lnTo>
                  <a:lnTo>
                    <a:pt x="2333" y="6666"/>
                  </a:lnTo>
                  <a:lnTo>
                    <a:pt x="233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29"/>
            <p:cNvSpPr/>
            <p:nvPr/>
          </p:nvSpPr>
          <p:spPr>
            <a:xfrm>
              <a:off x="8024740" y="3210804"/>
              <a:ext cx="1460283" cy="104781"/>
            </a:xfrm>
            <a:custGeom>
              <a:avLst/>
              <a:gdLst/>
              <a:ahLst/>
              <a:cxnLst/>
              <a:rect l="l" t="t" r="r" b="b"/>
              <a:pathLst>
                <a:path w="44104" h="1924" extrusionOk="0">
                  <a:moveTo>
                    <a:pt x="0" y="0"/>
                  </a:moveTo>
                  <a:lnTo>
                    <a:pt x="0" y="1924"/>
                  </a:lnTo>
                  <a:lnTo>
                    <a:pt x="44103" y="1924"/>
                  </a:lnTo>
                  <a:lnTo>
                    <a:pt x="4410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29"/>
            <p:cNvSpPr/>
            <p:nvPr/>
          </p:nvSpPr>
          <p:spPr>
            <a:xfrm>
              <a:off x="8024740" y="3782689"/>
              <a:ext cx="1460283" cy="104836"/>
            </a:xfrm>
            <a:custGeom>
              <a:avLst/>
              <a:gdLst/>
              <a:ahLst/>
              <a:cxnLst/>
              <a:rect l="l" t="t" r="r" b="b"/>
              <a:pathLst>
                <a:path w="44104" h="1925" extrusionOk="0">
                  <a:moveTo>
                    <a:pt x="0" y="1"/>
                  </a:moveTo>
                  <a:lnTo>
                    <a:pt x="0" y="1925"/>
                  </a:lnTo>
                  <a:lnTo>
                    <a:pt x="44103" y="1925"/>
                  </a:lnTo>
                  <a:lnTo>
                    <a:pt x="441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29"/>
            <p:cNvSpPr/>
            <p:nvPr/>
          </p:nvSpPr>
          <p:spPr>
            <a:xfrm>
              <a:off x="8024740" y="4354520"/>
              <a:ext cx="1460283" cy="104836"/>
            </a:xfrm>
            <a:custGeom>
              <a:avLst/>
              <a:gdLst/>
              <a:ahLst/>
              <a:cxnLst/>
              <a:rect l="l" t="t" r="r" b="b"/>
              <a:pathLst>
                <a:path w="44104" h="1925" extrusionOk="0">
                  <a:moveTo>
                    <a:pt x="0" y="1"/>
                  </a:moveTo>
                  <a:lnTo>
                    <a:pt x="0" y="1925"/>
                  </a:lnTo>
                  <a:lnTo>
                    <a:pt x="44103" y="1925"/>
                  </a:lnTo>
                  <a:lnTo>
                    <a:pt x="441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80" name="Google Shape;1080;p29"/>
          <p:cNvGrpSpPr/>
          <p:nvPr/>
        </p:nvGrpSpPr>
        <p:grpSpPr>
          <a:xfrm>
            <a:off x="-313543" y="706294"/>
            <a:ext cx="1531653" cy="3697046"/>
            <a:chOff x="-313560" y="1267613"/>
            <a:chExt cx="1304312" cy="3148298"/>
          </a:xfrm>
        </p:grpSpPr>
        <p:sp>
          <p:nvSpPr>
            <p:cNvPr id="1081" name="Google Shape;1081;p29"/>
            <p:cNvSpPr/>
            <p:nvPr/>
          </p:nvSpPr>
          <p:spPr>
            <a:xfrm flipH="1">
              <a:off x="-313560" y="1490207"/>
              <a:ext cx="1304312" cy="2925641"/>
            </a:xfrm>
            <a:custGeom>
              <a:avLst/>
              <a:gdLst/>
              <a:ahLst/>
              <a:cxnLst/>
              <a:rect l="l" t="t" r="r" b="b"/>
              <a:pathLst>
                <a:path w="24561" h="55102" extrusionOk="0">
                  <a:moveTo>
                    <a:pt x="0" y="1"/>
                  </a:moveTo>
                  <a:lnTo>
                    <a:pt x="0" y="55102"/>
                  </a:lnTo>
                  <a:lnTo>
                    <a:pt x="24561" y="55102"/>
                  </a:lnTo>
                  <a:lnTo>
                    <a:pt x="2456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29"/>
            <p:cNvSpPr/>
            <p:nvPr/>
          </p:nvSpPr>
          <p:spPr>
            <a:xfrm flipH="1">
              <a:off x="-229454" y="1594495"/>
              <a:ext cx="1136022" cy="2821415"/>
            </a:xfrm>
            <a:custGeom>
              <a:avLst/>
              <a:gdLst/>
              <a:ahLst/>
              <a:cxnLst/>
              <a:rect l="l" t="t" r="r" b="b"/>
              <a:pathLst>
                <a:path w="21392" h="53139" extrusionOk="0">
                  <a:moveTo>
                    <a:pt x="0" y="0"/>
                  </a:moveTo>
                  <a:lnTo>
                    <a:pt x="0" y="53139"/>
                  </a:lnTo>
                  <a:lnTo>
                    <a:pt x="21392" y="53139"/>
                  </a:lnTo>
                  <a:lnTo>
                    <a:pt x="2139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29"/>
            <p:cNvSpPr/>
            <p:nvPr/>
          </p:nvSpPr>
          <p:spPr>
            <a:xfrm flipH="1">
              <a:off x="-230183" y="1594495"/>
              <a:ext cx="854778" cy="2809097"/>
            </a:xfrm>
            <a:custGeom>
              <a:avLst/>
              <a:gdLst/>
              <a:ahLst/>
              <a:cxnLst/>
              <a:rect l="l" t="t" r="r" b="b"/>
              <a:pathLst>
                <a:path w="16096" h="52907" extrusionOk="0">
                  <a:moveTo>
                    <a:pt x="16096" y="0"/>
                  </a:moveTo>
                  <a:lnTo>
                    <a:pt x="1" y="3025"/>
                  </a:lnTo>
                  <a:lnTo>
                    <a:pt x="1" y="49432"/>
                  </a:lnTo>
                  <a:lnTo>
                    <a:pt x="16096" y="52907"/>
                  </a:lnTo>
                  <a:lnTo>
                    <a:pt x="1609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29"/>
            <p:cNvSpPr/>
            <p:nvPr/>
          </p:nvSpPr>
          <p:spPr>
            <a:xfrm flipH="1">
              <a:off x="155080" y="1267613"/>
              <a:ext cx="366849" cy="151055"/>
            </a:xfrm>
            <a:custGeom>
              <a:avLst/>
              <a:gdLst/>
              <a:ahLst/>
              <a:cxnLst/>
              <a:rect l="l" t="t" r="r" b="b"/>
              <a:pathLst>
                <a:path w="6908" h="2845" extrusionOk="0">
                  <a:moveTo>
                    <a:pt x="0" y="1"/>
                  </a:moveTo>
                  <a:lnTo>
                    <a:pt x="0" y="2844"/>
                  </a:lnTo>
                  <a:lnTo>
                    <a:pt x="6908" y="2844"/>
                  </a:lnTo>
                  <a:lnTo>
                    <a:pt x="690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29"/>
            <p:cNvSpPr/>
            <p:nvPr/>
          </p:nvSpPr>
          <p:spPr>
            <a:xfrm flipH="1">
              <a:off x="176744" y="1291985"/>
              <a:ext cx="323516" cy="102208"/>
            </a:xfrm>
            <a:custGeom>
              <a:avLst/>
              <a:gdLst/>
              <a:ahLst/>
              <a:cxnLst/>
              <a:rect l="l" t="t" r="r" b="b"/>
              <a:pathLst>
                <a:path w="6092" h="1925" extrusionOk="0">
                  <a:moveTo>
                    <a:pt x="0" y="1"/>
                  </a:moveTo>
                  <a:lnTo>
                    <a:pt x="0" y="1925"/>
                  </a:lnTo>
                  <a:lnTo>
                    <a:pt x="6092" y="1925"/>
                  </a:lnTo>
                  <a:lnTo>
                    <a:pt x="609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86" name="Google Shape;1086;p29"/>
          <p:cNvGrpSpPr/>
          <p:nvPr/>
        </p:nvGrpSpPr>
        <p:grpSpPr>
          <a:xfrm>
            <a:off x="1928400" y="316763"/>
            <a:ext cx="854774" cy="1140019"/>
            <a:chOff x="8119650" y="1028901"/>
            <a:chExt cx="854774" cy="1140019"/>
          </a:xfrm>
        </p:grpSpPr>
        <p:sp>
          <p:nvSpPr>
            <p:cNvPr id="1087" name="Google Shape;1087;p29"/>
            <p:cNvSpPr/>
            <p:nvPr/>
          </p:nvSpPr>
          <p:spPr>
            <a:xfrm>
              <a:off x="8119650" y="1028901"/>
              <a:ext cx="854774" cy="1140019"/>
            </a:xfrm>
            <a:custGeom>
              <a:avLst/>
              <a:gdLst/>
              <a:ahLst/>
              <a:cxnLst/>
              <a:rect l="l" t="t" r="r" b="b"/>
              <a:pathLst>
                <a:path w="10677" h="14240" extrusionOk="0">
                  <a:moveTo>
                    <a:pt x="0" y="1"/>
                  </a:moveTo>
                  <a:lnTo>
                    <a:pt x="0" y="14240"/>
                  </a:lnTo>
                  <a:lnTo>
                    <a:pt x="10676" y="14240"/>
                  </a:lnTo>
                  <a:lnTo>
                    <a:pt x="1067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29"/>
            <p:cNvSpPr/>
            <p:nvPr/>
          </p:nvSpPr>
          <p:spPr>
            <a:xfrm>
              <a:off x="8356544" y="1171244"/>
              <a:ext cx="425746" cy="847008"/>
            </a:xfrm>
            <a:custGeom>
              <a:avLst/>
              <a:gdLst/>
              <a:ahLst/>
              <a:cxnLst/>
              <a:rect l="l" t="t" r="r" b="b"/>
              <a:pathLst>
                <a:path w="5318" h="10580" extrusionOk="0">
                  <a:moveTo>
                    <a:pt x="1049" y="1"/>
                  </a:moveTo>
                  <a:cubicBezTo>
                    <a:pt x="890" y="1"/>
                    <a:pt x="739" y="78"/>
                    <a:pt x="712" y="234"/>
                  </a:cubicBezTo>
                  <a:cubicBezTo>
                    <a:pt x="1130" y="642"/>
                    <a:pt x="1204" y="1290"/>
                    <a:pt x="1154" y="1872"/>
                  </a:cubicBezTo>
                  <a:cubicBezTo>
                    <a:pt x="1103" y="2454"/>
                    <a:pt x="956" y="3035"/>
                    <a:pt x="1027" y="3616"/>
                  </a:cubicBezTo>
                  <a:cubicBezTo>
                    <a:pt x="1087" y="4113"/>
                    <a:pt x="1307" y="4576"/>
                    <a:pt x="1505" y="5037"/>
                  </a:cubicBezTo>
                  <a:cubicBezTo>
                    <a:pt x="1722" y="5540"/>
                    <a:pt x="2117" y="6472"/>
                    <a:pt x="1750" y="6993"/>
                  </a:cubicBezTo>
                  <a:cubicBezTo>
                    <a:pt x="1586" y="7227"/>
                    <a:pt x="1130" y="7367"/>
                    <a:pt x="902" y="7551"/>
                  </a:cubicBezTo>
                  <a:cubicBezTo>
                    <a:pt x="626" y="7775"/>
                    <a:pt x="383" y="8033"/>
                    <a:pt x="236" y="8359"/>
                  </a:cubicBezTo>
                  <a:cubicBezTo>
                    <a:pt x="1" y="8884"/>
                    <a:pt x="49" y="9487"/>
                    <a:pt x="101" y="10060"/>
                  </a:cubicBezTo>
                  <a:cubicBezTo>
                    <a:pt x="113" y="10176"/>
                    <a:pt x="124" y="10297"/>
                    <a:pt x="179" y="10400"/>
                  </a:cubicBezTo>
                  <a:cubicBezTo>
                    <a:pt x="230" y="10499"/>
                    <a:pt x="331" y="10580"/>
                    <a:pt x="440" y="10580"/>
                  </a:cubicBezTo>
                  <a:cubicBezTo>
                    <a:pt x="446" y="10580"/>
                    <a:pt x="452" y="10579"/>
                    <a:pt x="458" y="10579"/>
                  </a:cubicBezTo>
                  <a:cubicBezTo>
                    <a:pt x="624" y="10565"/>
                    <a:pt x="721" y="10372"/>
                    <a:pt x="712" y="10205"/>
                  </a:cubicBezTo>
                  <a:cubicBezTo>
                    <a:pt x="704" y="10039"/>
                    <a:pt x="626" y="9885"/>
                    <a:pt x="589" y="9722"/>
                  </a:cubicBezTo>
                  <a:cubicBezTo>
                    <a:pt x="471" y="9203"/>
                    <a:pt x="814" y="8668"/>
                    <a:pt x="1273" y="8400"/>
                  </a:cubicBezTo>
                  <a:cubicBezTo>
                    <a:pt x="1644" y="8185"/>
                    <a:pt x="1984" y="8157"/>
                    <a:pt x="2333" y="8157"/>
                  </a:cubicBezTo>
                  <a:cubicBezTo>
                    <a:pt x="2456" y="8157"/>
                    <a:pt x="2579" y="8161"/>
                    <a:pt x="2706" y="8161"/>
                  </a:cubicBezTo>
                  <a:cubicBezTo>
                    <a:pt x="2828" y="8161"/>
                    <a:pt x="2953" y="8157"/>
                    <a:pt x="3082" y="8145"/>
                  </a:cubicBezTo>
                  <a:cubicBezTo>
                    <a:pt x="3764" y="8080"/>
                    <a:pt x="4460" y="7451"/>
                    <a:pt x="4798" y="6893"/>
                  </a:cubicBezTo>
                  <a:cubicBezTo>
                    <a:pt x="5295" y="6065"/>
                    <a:pt x="5318" y="4975"/>
                    <a:pt x="4856" y="4129"/>
                  </a:cubicBezTo>
                  <a:cubicBezTo>
                    <a:pt x="4091" y="2728"/>
                    <a:pt x="1586" y="2519"/>
                    <a:pt x="1579" y="924"/>
                  </a:cubicBezTo>
                  <a:cubicBezTo>
                    <a:pt x="1579" y="645"/>
                    <a:pt x="1566" y="338"/>
                    <a:pt x="1378" y="134"/>
                  </a:cubicBezTo>
                  <a:cubicBezTo>
                    <a:pt x="1296" y="45"/>
                    <a:pt x="1170" y="1"/>
                    <a:pt x="10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29"/>
            <p:cNvSpPr/>
            <p:nvPr/>
          </p:nvSpPr>
          <p:spPr>
            <a:xfrm>
              <a:off x="8628424" y="1153712"/>
              <a:ext cx="271635" cy="13690"/>
            </a:xfrm>
            <a:custGeom>
              <a:avLst/>
              <a:gdLst/>
              <a:ahLst/>
              <a:cxnLst/>
              <a:rect l="l" t="t" r="r" b="b"/>
              <a:pathLst>
                <a:path w="3393" h="171" extrusionOk="0">
                  <a:moveTo>
                    <a:pt x="111" y="0"/>
                  </a:moveTo>
                  <a:cubicBezTo>
                    <a:pt x="2" y="0"/>
                    <a:pt x="1" y="170"/>
                    <a:pt x="111" y="170"/>
                  </a:cubicBezTo>
                  <a:lnTo>
                    <a:pt x="3283" y="170"/>
                  </a:lnTo>
                  <a:cubicBezTo>
                    <a:pt x="3392" y="170"/>
                    <a:pt x="3392" y="0"/>
                    <a:pt x="32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29"/>
            <p:cNvSpPr/>
            <p:nvPr/>
          </p:nvSpPr>
          <p:spPr>
            <a:xfrm>
              <a:off x="8638831" y="1205829"/>
              <a:ext cx="197662" cy="13690"/>
            </a:xfrm>
            <a:custGeom>
              <a:avLst/>
              <a:gdLst/>
              <a:ahLst/>
              <a:cxnLst/>
              <a:rect l="l" t="t" r="r" b="b"/>
              <a:pathLst>
                <a:path w="2469" h="171" extrusionOk="0">
                  <a:moveTo>
                    <a:pt x="111" y="1"/>
                  </a:moveTo>
                  <a:cubicBezTo>
                    <a:pt x="1" y="1"/>
                    <a:pt x="1" y="171"/>
                    <a:pt x="111" y="171"/>
                  </a:cubicBezTo>
                  <a:lnTo>
                    <a:pt x="2358" y="171"/>
                  </a:lnTo>
                  <a:cubicBezTo>
                    <a:pt x="2469" y="171"/>
                    <a:pt x="2469" y="1"/>
                    <a:pt x="23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29"/>
            <p:cNvSpPr/>
            <p:nvPr/>
          </p:nvSpPr>
          <p:spPr>
            <a:xfrm>
              <a:off x="8652841" y="1264913"/>
              <a:ext cx="111520" cy="13690"/>
            </a:xfrm>
            <a:custGeom>
              <a:avLst/>
              <a:gdLst/>
              <a:ahLst/>
              <a:cxnLst/>
              <a:rect l="l" t="t" r="r" b="b"/>
              <a:pathLst>
                <a:path w="1393" h="171" extrusionOk="0">
                  <a:moveTo>
                    <a:pt x="109" y="1"/>
                  </a:moveTo>
                  <a:cubicBezTo>
                    <a:pt x="0" y="1"/>
                    <a:pt x="0" y="171"/>
                    <a:pt x="109" y="171"/>
                  </a:cubicBezTo>
                  <a:lnTo>
                    <a:pt x="1284" y="171"/>
                  </a:lnTo>
                  <a:cubicBezTo>
                    <a:pt x="1393" y="171"/>
                    <a:pt x="1393" y="1"/>
                    <a:pt x="12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29"/>
            <p:cNvSpPr/>
            <p:nvPr/>
          </p:nvSpPr>
          <p:spPr>
            <a:xfrm>
              <a:off x="8186659" y="1473705"/>
              <a:ext cx="226323" cy="13690"/>
            </a:xfrm>
            <a:custGeom>
              <a:avLst/>
              <a:gdLst/>
              <a:ahLst/>
              <a:cxnLst/>
              <a:rect l="l" t="t" r="r" b="b"/>
              <a:pathLst>
                <a:path w="2827" h="171" extrusionOk="0">
                  <a:moveTo>
                    <a:pt x="110" y="1"/>
                  </a:moveTo>
                  <a:cubicBezTo>
                    <a:pt x="1" y="1"/>
                    <a:pt x="1" y="171"/>
                    <a:pt x="110" y="171"/>
                  </a:cubicBezTo>
                  <a:lnTo>
                    <a:pt x="2718" y="171"/>
                  </a:lnTo>
                  <a:cubicBezTo>
                    <a:pt x="2827" y="171"/>
                    <a:pt x="2827" y="1"/>
                    <a:pt x="27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29"/>
            <p:cNvSpPr/>
            <p:nvPr/>
          </p:nvSpPr>
          <p:spPr>
            <a:xfrm>
              <a:off x="8183137" y="1536310"/>
              <a:ext cx="212553" cy="13690"/>
            </a:xfrm>
            <a:custGeom>
              <a:avLst/>
              <a:gdLst/>
              <a:ahLst/>
              <a:cxnLst/>
              <a:rect l="l" t="t" r="r" b="b"/>
              <a:pathLst>
                <a:path w="2655" h="171" extrusionOk="0">
                  <a:moveTo>
                    <a:pt x="111" y="1"/>
                  </a:moveTo>
                  <a:cubicBezTo>
                    <a:pt x="1" y="1"/>
                    <a:pt x="1" y="171"/>
                    <a:pt x="111" y="171"/>
                  </a:cubicBezTo>
                  <a:lnTo>
                    <a:pt x="2544" y="171"/>
                  </a:lnTo>
                  <a:cubicBezTo>
                    <a:pt x="2654" y="171"/>
                    <a:pt x="2654" y="1"/>
                    <a:pt x="25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29"/>
            <p:cNvSpPr/>
            <p:nvPr/>
          </p:nvSpPr>
          <p:spPr>
            <a:xfrm>
              <a:off x="8190182" y="1605881"/>
              <a:ext cx="191498" cy="13690"/>
            </a:xfrm>
            <a:custGeom>
              <a:avLst/>
              <a:gdLst/>
              <a:ahLst/>
              <a:cxnLst/>
              <a:rect l="l" t="t" r="r" b="b"/>
              <a:pathLst>
                <a:path w="2392" h="171" extrusionOk="0">
                  <a:moveTo>
                    <a:pt x="110" y="0"/>
                  </a:moveTo>
                  <a:cubicBezTo>
                    <a:pt x="1" y="0"/>
                    <a:pt x="1" y="170"/>
                    <a:pt x="110" y="170"/>
                  </a:cubicBezTo>
                  <a:lnTo>
                    <a:pt x="2283" y="170"/>
                  </a:lnTo>
                  <a:cubicBezTo>
                    <a:pt x="2392" y="170"/>
                    <a:pt x="2392" y="0"/>
                    <a:pt x="22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29"/>
            <p:cNvSpPr/>
            <p:nvPr/>
          </p:nvSpPr>
          <p:spPr>
            <a:xfrm>
              <a:off x="8614573" y="1918989"/>
              <a:ext cx="261148" cy="13690"/>
            </a:xfrm>
            <a:custGeom>
              <a:avLst/>
              <a:gdLst/>
              <a:ahLst/>
              <a:cxnLst/>
              <a:rect l="l" t="t" r="r" b="b"/>
              <a:pathLst>
                <a:path w="3262" h="171" extrusionOk="0">
                  <a:moveTo>
                    <a:pt x="110" y="1"/>
                  </a:moveTo>
                  <a:cubicBezTo>
                    <a:pt x="1" y="1"/>
                    <a:pt x="1" y="171"/>
                    <a:pt x="110" y="171"/>
                  </a:cubicBezTo>
                  <a:lnTo>
                    <a:pt x="3151" y="171"/>
                  </a:lnTo>
                  <a:cubicBezTo>
                    <a:pt x="3262" y="171"/>
                    <a:pt x="3262" y="1"/>
                    <a:pt x="3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29"/>
            <p:cNvSpPr/>
            <p:nvPr/>
          </p:nvSpPr>
          <p:spPr>
            <a:xfrm>
              <a:off x="8607688" y="1981594"/>
              <a:ext cx="243695" cy="13690"/>
            </a:xfrm>
            <a:custGeom>
              <a:avLst/>
              <a:gdLst/>
              <a:ahLst/>
              <a:cxnLst/>
              <a:rect l="l" t="t" r="r" b="b"/>
              <a:pathLst>
                <a:path w="3044" h="171" extrusionOk="0">
                  <a:moveTo>
                    <a:pt x="109" y="1"/>
                  </a:moveTo>
                  <a:cubicBezTo>
                    <a:pt x="0" y="1"/>
                    <a:pt x="0" y="171"/>
                    <a:pt x="109" y="171"/>
                  </a:cubicBezTo>
                  <a:lnTo>
                    <a:pt x="2934" y="171"/>
                  </a:lnTo>
                  <a:cubicBezTo>
                    <a:pt x="3043" y="171"/>
                    <a:pt x="3043" y="1"/>
                    <a:pt x="29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97" name="Google Shape;1097;p29"/>
          <p:cNvSpPr/>
          <p:nvPr/>
        </p:nvSpPr>
        <p:spPr>
          <a:xfrm>
            <a:off x="940800" y="532650"/>
            <a:ext cx="7262400" cy="4078200"/>
          </a:xfrm>
          <a:prstGeom prst="rect">
            <a:avLst/>
          </a:prstGeom>
          <a:solidFill>
            <a:srgbClr val="FFFFFF">
              <a:alpha val="844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9" name="Google Shape;1099;p30"/>
          <p:cNvGrpSpPr/>
          <p:nvPr/>
        </p:nvGrpSpPr>
        <p:grpSpPr>
          <a:xfrm>
            <a:off x="6479377" y="565294"/>
            <a:ext cx="840572" cy="866713"/>
            <a:chOff x="8410119" y="650989"/>
            <a:chExt cx="576762" cy="594698"/>
          </a:xfrm>
        </p:grpSpPr>
        <p:sp>
          <p:nvSpPr>
            <p:cNvPr id="1100" name="Google Shape;1100;p30"/>
            <p:cNvSpPr/>
            <p:nvPr/>
          </p:nvSpPr>
          <p:spPr>
            <a:xfrm>
              <a:off x="8410119" y="650989"/>
              <a:ext cx="576762" cy="594698"/>
            </a:xfrm>
            <a:custGeom>
              <a:avLst/>
              <a:gdLst/>
              <a:ahLst/>
              <a:cxnLst/>
              <a:rect l="l" t="t" r="r" b="b"/>
              <a:pathLst>
                <a:path w="9371" h="9688" extrusionOk="0">
                  <a:moveTo>
                    <a:pt x="0" y="0"/>
                  </a:moveTo>
                  <a:lnTo>
                    <a:pt x="0" y="9687"/>
                  </a:lnTo>
                  <a:lnTo>
                    <a:pt x="9370" y="9687"/>
                  </a:lnTo>
                  <a:lnTo>
                    <a:pt x="937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30"/>
            <p:cNvSpPr/>
            <p:nvPr/>
          </p:nvSpPr>
          <p:spPr>
            <a:xfrm>
              <a:off x="8453515" y="698369"/>
              <a:ext cx="489918" cy="499981"/>
            </a:xfrm>
            <a:custGeom>
              <a:avLst/>
              <a:gdLst/>
              <a:ahLst/>
              <a:cxnLst/>
              <a:rect l="l" t="t" r="r" b="b"/>
              <a:pathLst>
                <a:path w="7960" h="8145" extrusionOk="0">
                  <a:moveTo>
                    <a:pt x="1" y="0"/>
                  </a:moveTo>
                  <a:lnTo>
                    <a:pt x="1" y="8145"/>
                  </a:lnTo>
                  <a:lnTo>
                    <a:pt x="7960" y="8145"/>
                  </a:lnTo>
                  <a:lnTo>
                    <a:pt x="796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30"/>
            <p:cNvSpPr/>
            <p:nvPr/>
          </p:nvSpPr>
          <p:spPr>
            <a:xfrm>
              <a:off x="8665446" y="829768"/>
              <a:ext cx="236773" cy="25168"/>
            </a:xfrm>
            <a:custGeom>
              <a:avLst/>
              <a:gdLst/>
              <a:ahLst/>
              <a:cxnLst/>
              <a:rect l="l" t="t" r="r" b="b"/>
              <a:pathLst>
                <a:path w="3847" h="410" extrusionOk="0">
                  <a:moveTo>
                    <a:pt x="0" y="0"/>
                  </a:moveTo>
                  <a:lnTo>
                    <a:pt x="0" y="409"/>
                  </a:lnTo>
                  <a:lnTo>
                    <a:pt x="3846" y="409"/>
                  </a:lnTo>
                  <a:lnTo>
                    <a:pt x="384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30"/>
            <p:cNvSpPr/>
            <p:nvPr/>
          </p:nvSpPr>
          <p:spPr>
            <a:xfrm>
              <a:off x="8665446" y="888318"/>
              <a:ext cx="236773" cy="25229"/>
            </a:xfrm>
            <a:custGeom>
              <a:avLst/>
              <a:gdLst/>
              <a:ahLst/>
              <a:cxnLst/>
              <a:rect l="l" t="t" r="r" b="b"/>
              <a:pathLst>
                <a:path w="3847" h="411" extrusionOk="0">
                  <a:moveTo>
                    <a:pt x="0" y="1"/>
                  </a:moveTo>
                  <a:lnTo>
                    <a:pt x="0" y="410"/>
                  </a:lnTo>
                  <a:lnTo>
                    <a:pt x="3846" y="410"/>
                  </a:lnTo>
                  <a:lnTo>
                    <a:pt x="384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30"/>
            <p:cNvSpPr/>
            <p:nvPr/>
          </p:nvSpPr>
          <p:spPr>
            <a:xfrm>
              <a:off x="8665446" y="947052"/>
              <a:ext cx="236773" cy="25168"/>
            </a:xfrm>
            <a:custGeom>
              <a:avLst/>
              <a:gdLst/>
              <a:ahLst/>
              <a:cxnLst/>
              <a:rect l="l" t="t" r="r" b="b"/>
              <a:pathLst>
                <a:path w="3847" h="410" extrusionOk="0">
                  <a:moveTo>
                    <a:pt x="0" y="0"/>
                  </a:moveTo>
                  <a:lnTo>
                    <a:pt x="0" y="410"/>
                  </a:lnTo>
                  <a:lnTo>
                    <a:pt x="3846" y="410"/>
                  </a:lnTo>
                  <a:lnTo>
                    <a:pt x="384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30"/>
            <p:cNvSpPr/>
            <p:nvPr/>
          </p:nvSpPr>
          <p:spPr>
            <a:xfrm>
              <a:off x="8665446" y="1005602"/>
              <a:ext cx="236773" cy="25229"/>
            </a:xfrm>
            <a:custGeom>
              <a:avLst/>
              <a:gdLst/>
              <a:ahLst/>
              <a:cxnLst/>
              <a:rect l="l" t="t" r="r" b="b"/>
              <a:pathLst>
                <a:path w="3847" h="411" extrusionOk="0">
                  <a:moveTo>
                    <a:pt x="0" y="1"/>
                  </a:moveTo>
                  <a:lnTo>
                    <a:pt x="0" y="410"/>
                  </a:lnTo>
                  <a:lnTo>
                    <a:pt x="3846" y="410"/>
                  </a:lnTo>
                  <a:lnTo>
                    <a:pt x="384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30"/>
            <p:cNvSpPr/>
            <p:nvPr/>
          </p:nvSpPr>
          <p:spPr>
            <a:xfrm>
              <a:off x="8665446" y="1064213"/>
              <a:ext cx="236773" cy="25229"/>
            </a:xfrm>
            <a:custGeom>
              <a:avLst/>
              <a:gdLst/>
              <a:ahLst/>
              <a:cxnLst/>
              <a:rect l="l" t="t" r="r" b="b"/>
              <a:pathLst>
                <a:path w="3847" h="411" extrusionOk="0">
                  <a:moveTo>
                    <a:pt x="0" y="1"/>
                  </a:moveTo>
                  <a:lnTo>
                    <a:pt x="0" y="410"/>
                  </a:lnTo>
                  <a:lnTo>
                    <a:pt x="3846" y="410"/>
                  </a:lnTo>
                  <a:lnTo>
                    <a:pt x="384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30"/>
            <p:cNvSpPr/>
            <p:nvPr/>
          </p:nvSpPr>
          <p:spPr>
            <a:xfrm>
              <a:off x="8494756" y="825902"/>
              <a:ext cx="137005" cy="263771"/>
            </a:xfrm>
            <a:custGeom>
              <a:avLst/>
              <a:gdLst/>
              <a:ahLst/>
              <a:cxnLst/>
              <a:rect l="l" t="t" r="r" b="b"/>
              <a:pathLst>
                <a:path w="2226" h="4297" extrusionOk="0">
                  <a:moveTo>
                    <a:pt x="1" y="1"/>
                  </a:moveTo>
                  <a:lnTo>
                    <a:pt x="1" y="4296"/>
                  </a:lnTo>
                  <a:lnTo>
                    <a:pt x="2225" y="4296"/>
                  </a:lnTo>
                  <a:lnTo>
                    <a:pt x="22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08" name="Google Shape;1108;p30"/>
          <p:cNvSpPr/>
          <p:nvPr/>
        </p:nvSpPr>
        <p:spPr>
          <a:xfrm flipH="1">
            <a:off x="-45750" y="4286250"/>
            <a:ext cx="9235500" cy="866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9" name="Google Shape;1109;p30"/>
          <p:cNvSpPr/>
          <p:nvPr/>
        </p:nvSpPr>
        <p:spPr>
          <a:xfrm flipH="1">
            <a:off x="-46722" y="4289225"/>
            <a:ext cx="9191681" cy="126673"/>
          </a:xfrm>
          <a:custGeom>
            <a:avLst/>
            <a:gdLst/>
            <a:ahLst/>
            <a:cxnLst/>
            <a:rect l="l" t="t" r="r" b="b"/>
            <a:pathLst>
              <a:path w="150197" h="2386" extrusionOk="0">
                <a:moveTo>
                  <a:pt x="0" y="0"/>
                </a:moveTo>
                <a:lnTo>
                  <a:pt x="0" y="2386"/>
                </a:lnTo>
                <a:lnTo>
                  <a:pt x="150197" y="2386"/>
                </a:lnTo>
                <a:lnTo>
                  <a:pt x="15019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0" name="Google Shape;1110;p30"/>
          <p:cNvGrpSpPr/>
          <p:nvPr/>
        </p:nvGrpSpPr>
        <p:grpSpPr>
          <a:xfrm>
            <a:off x="-439619" y="3096427"/>
            <a:ext cx="1930524" cy="1446928"/>
            <a:chOff x="-611084" y="2839289"/>
            <a:chExt cx="1696568" cy="1271577"/>
          </a:xfrm>
        </p:grpSpPr>
        <p:sp>
          <p:nvSpPr>
            <p:cNvPr id="1111" name="Google Shape;1111;p30"/>
            <p:cNvSpPr/>
            <p:nvPr/>
          </p:nvSpPr>
          <p:spPr>
            <a:xfrm>
              <a:off x="307166" y="2839289"/>
              <a:ext cx="731328" cy="589684"/>
            </a:xfrm>
            <a:custGeom>
              <a:avLst/>
              <a:gdLst/>
              <a:ahLst/>
              <a:cxnLst/>
              <a:rect l="l" t="t" r="r" b="b"/>
              <a:pathLst>
                <a:path w="13772" h="11134" extrusionOk="0">
                  <a:moveTo>
                    <a:pt x="1893" y="0"/>
                  </a:moveTo>
                  <a:cubicBezTo>
                    <a:pt x="847" y="0"/>
                    <a:pt x="0" y="848"/>
                    <a:pt x="0" y="1894"/>
                  </a:cubicBezTo>
                  <a:lnTo>
                    <a:pt x="0" y="11134"/>
                  </a:lnTo>
                  <a:lnTo>
                    <a:pt x="13772" y="11134"/>
                  </a:lnTo>
                  <a:lnTo>
                    <a:pt x="13772" y="1767"/>
                  </a:lnTo>
                  <a:cubicBezTo>
                    <a:pt x="13772" y="791"/>
                    <a:pt x="12981" y="0"/>
                    <a:pt x="1200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30"/>
            <p:cNvSpPr/>
            <p:nvPr/>
          </p:nvSpPr>
          <p:spPr>
            <a:xfrm>
              <a:off x="-563180" y="2839289"/>
              <a:ext cx="731328" cy="589632"/>
            </a:xfrm>
            <a:custGeom>
              <a:avLst/>
              <a:gdLst/>
              <a:ahLst/>
              <a:cxnLst/>
              <a:rect l="l" t="t" r="r" b="b"/>
              <a:pathLst>
                <a:path w="13772" h="11133" extrusionOk="0">
                  <a:moveTo>
                    <a:pt x="1895" y="0"/>
                  </a:moveTo>
                  <a:cubicBezTo>
                    <a:pt x="848" y="0"/>
                    <a:pt x="0" y="848"/>
                    <a:pt x="0" y="1894"/>
                  </a:cubicBezTo>
                  <a:lnTo>
                    <a:pt x="0" y="11132"/>
                  </a:lnTo>
                  <a:lnTo>
                    <a:pt x="13772" y="11132"/>
                  </a:lnTo>
                  <a:lnTo>
                    <a:pt x="13772" y="1767"/>
                  </a:lnTo>
                  <a:cubicBezTo>
                    <a:pt x="13772" y="791"/>
                    <a:pt x="12980" y="0"/>
                    <a:pt x="1200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30"/>
            <p:cNvSpPr/>
            <p:nvPr/>
          </p:nvSpPr>
          <p:spPr>
            <a:xfrm>
              <a:off x="-551647" y="3556000"/>
              <a:ext cx="1590297" cy="94573"/>
            </a:xfrm>
            <a:custGeom>
              <a:avLst/>
              <a:gdLst/>
              <a:ahLst/>
              <a:cxnLst/>
              <a:rect l="l" t="t" r="r" b="b"/>
              <a:pathLst>
                <a:path w="64502" h="1786" extrusionOk="0">
                  <a:moveTo>
                    <a:pt x="1" y="0"/>
                  </a:moveTo>
                  <a:lnTo>
                    <a:pt x="1" y="1785"/>
                  </a:lnTo>
                  <a:lnTo>
                    <a:pt x="64501" y="1785"/>
                  </a:lnTo>
                  <a:lnTo>
                    <a:pt x="6450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30"/>
            <p:cNvSpPr/>
            <p:nvPr/>
          </p:nvSpPr>
          <p:spPr>
            <a:xfrm>
              <a:off x="259208" y="3428752"/>
              <a:ext cx="826275" cy="127322"/>
            </a:xfrm>
            <a:custGeom>
              <a:avLst/>
              <a:gdLst/>
              <a:ahLst/>
              <a:cxnLst/>
              <a:rect l="l" t="t" r="r" b="b"/>
              <a:pathLst>
                <a:path w="15560" h="2404" extrusionOk="0">
                  <a:moveTo>
                    <a:pt x="927" y="0"/>
                  </a:moveTo>
                  <a:cubicBezTo>
                    <a:pt x="416" y="0"/>
                    <a:pt x="1" y="416"/>
                    <a:pt x="1" y="927"/>
                  </a:cubicBezTo>
                  <a:lnTo>
                    <a:pt x="1" y="1416"/>
                  </a:lnTo>
                  <a:cubicBezTo>
                    <a:pt x="1" y="1961"/>
                    <a:pt x="443" y="2403"/>
                    <a:pt x="988" y="2403"/>
                  </a:cubicBezTo>
                  <a:lnTo>
                    <a:pt x="14663" y="2403"/>
                  </a:lnTo>
                  <a:cubicBezTo>
                    <a:pt x="15158" y="2403"/>
                    <a:pt x="15560" y="2002"/>
                    <a:pt x="15560" y="1506"/>
                  </a:cubicBezTo>
                  <a:lnTo>
                    <a:pt x="15560" y="904"/>
                  </a:lnTo>
                  <a:cubicBezTo>
                    <a:pt x="15560" y="406"/>
                    <a:pt x="15155" y="2"/>
                    <a:pt x="14656" y="2"/>
                  </a:cubicBezTo>
                  <a:lnTo>
                    <a:pt x="927" y="2"/>
                  </a:lnTo>
                  <a:lnTo>
                    <a:pt x="92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30"/>
            <p:cNvSpPr/>
            <p:nvPr/>
          </p:nvSpPr>
          <p:spPr>
            <a:xfrm>
              <a:off x="-611084" y="3428752"/>
              <a:ext cx="826275" cy="127322"/>
            </a:xfrm>
            <a:custGeom>
              <a:avLst/>
              <a:gdLst/>
              <a:ahLst/>
              <a:cxnLst/>
              <a:rect l="l" t="t" r="r" b="b"/>
              <a:pathLst>
                <a:path w="15560" h="2404" extrusionOk="0">
                  <a:moveTo>
                    <a:pt x="927" y="0"/>
                  </a:moveTo>
                  <a:cubicBezTo>
                    <a:pt x="415" y="0"/>
                    <a:pt x="0" y="416"/>
                    <a:pt x="0" y="927"/>
                  </a:cubicBezTo>
                  <a:lnTo>
                    <a:pt x="0" y="1416"/>
                  </a:lnTo>
                  <a:cubicBezTo>
                    <a:pt x="0" y="1961"/>
                    <a:pt x="442" y="2403"/>
                    <a:pt x="987" y="2403"/>
                  </a:cubicBezTo>
                  <a:lnTo>
                    <a:pt x="14662" y="2403"/>
                  </a:lnTo>
                  <a:cubicBezTo>
                    <a:pt x="15157" y="2403"/>
                    <a:pt x="15559" y="2002"/>
                    <a:pt x="15559" y="1506"/>
                  </a:cubicBezTo>
                  <a:lnTo>
                    <a:pt x="15559" y="904"/>
                  </a:lnTo>
                  <a:cubicBezTo>
                    <a:pt x="15559" y="406"/>
                    <a:pt x="15154" y="2"/>
                    <a:pt x="14655" y="2"/>
                  </a:cubicBezTo>
                  <a:lnTo>
                    <a:pt x="927" y="2"/>
                  </a:lnTo>
                  <a:lnTo>
                    <a:pt x="92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30"/>
            <p:cNvSpPr/>
            <p:nvPr/>
          </p:nvSpPr>
          <p:spPr>
            <a:xfrm>
              <a:off x="971503" y="3642413"/>
              <a:ext cx="67068" cy="468453"/>
            </a:xfrm>
            <a:custGeom>
              <a:avLst/>
              <a:gdLst/>
              <a:ahLst/>
              <a:cxnLst/>
              <a:rect l="l" t="t" r="r" b="b"/>
              <a:pathLst>
                <a:path w="1263" h="8845" extrusionOk="0">
                  <a:moveTo>
                    <a:pt x="0" y="0"/>
                  </a:moveTo>
                  <a:lnTo>
                    <a:pt x="0" y="8844"/>
                  </a:lnTo>
                  <a:lnTo>
                    <a:pt x="1263" y="8844"/>
                  </a:lnTo>
                  <a:lnTo>
                    <a:pt x="126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30"/>
            <p:cNvSpPr/>
            <p:nvPr/>
          </p:nvSpPr>
          <p:spPr>
            <a:xfrm>
              <a:off x="307166" y="3642413"/>
              <a:ext cx="67068" cy="468453"/>
            </a:xfrm>
            <a:custGeom>
              <a:avLst/>
              <a:gdLst/>
              <a:ahLst/>
              <a:cxnLst/>
              <a:rect l="l" t="t" r="r" b="b"/>
              <a:pathLst>
                <a:path w="1263" h="8845" extrusionOk="0">
                  <a:moveTo>
                    <a:pt x="0" y="0"/>
                  </a:moveTo>
                  <a:lnTo>
                    <a:pt x="0" y="8844"/>
                  </a:lnTo>
                  <a:lnTo>
                    <a:pt x="1263" y="8844"/>
                  </a:lnTo>
                  <a:lnTo>
                    <a:pt x="126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30"/>
            <p:cNvSpPr/>
            <p:nvPr/>
          </p:nvSpPr>
          <p:spPr>
            <a:xfrm>
              <a:off x="101104" y="3642413"/>
              <a:ext cx="67122" cy="468453"/>
            </a:xfrm>
            <a:custGeom>
              <a:avLst/>
              <a:gdLst/>
              <a:ahLst/>
              <a:cxnLst/>
              <a:rect l="l" t="t" r="r" b="b"/>
              <a:pathLst>
                <a:path w="1264" h="8845" extrusionOk="0">
                  <a:moveTo>
                    <a:pt x="0" y="0"/>
                  </a:moveTo>
                  <a:lnTo>
                    <a:pt x="0" y="8844"/>
                  </a:lnTo>
                  <a:lnTo>
                    <a:pt x="1264" y="8844"/>
                  </a:lnTo>
                  <a:lnTo>
                    <a:pt x="126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30"/>
            <p:cNvSpPr/>
            <p:nvPr/>
          </p:nvSpPr>
          <p:spPr>
            <a:xfrm>
              <a:off x="-551655" y="3642413"/>
              <a:ext cx="67068" cy="468453"/>
            </a:xfrm>
            <a:custGeom>
              <a:avLst/>
              <a:gdLst/>
              <a:ahLst/>
              <a:cxnLst/>
              <a:rect l="l" t="t" r="r" b="b"/>
              <a:pathLst>
                <a:path w="1263" h="8845" extrusionOk="0">
                  <a:moveTo>
                    <a:pt x="0" y="0"/>
                  </a:moveTo>
                  <a:lnTo>
                    <a:pt x="0" y="8844"/>
                  </a:lnTo>
                  <a:lnTo>
                    <a:pt x="1262" y="8844"/>
                  </a:lnTo>
                  <a:lnTo>
                    <a:pt x="126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0" name="Google Shape;1120;p30"/>
          <p:cNvGrpSpPr/>
          <p:nvPr/>
        </p:nvGrpSpPr>
        <p:grpSpPr>
          <a:xfrm>
            <a:off x="442175" y="-3517"/>
            <a:ext cx="1897054" cy="743126"/>
            <a:chOff x="420900" y="-22276"/>
            <a:chExt cx="1897054" cy="743126"/>
          </a:xfrm>
        </p:grpSpPr>
        <p:sp>
          <p:nvSpPr>
            <p:cNvPr id="1121" name="Google Shape;1121;p30"/>
            <p:cNvSpPr/>
            <p:nvPr/>
          </p:nvSpPr>
          <p:spPr>
            <a:xfrm>
              <a:off x="420900" y="440926"/>
              <a:ext cx="1897054" cy="279924"/>
            </a:xfrm>
            <a:custGeom>
              <a:avLst/>
              <a:gdLst/>
              <a:ahLst/>
              <a:cxnLst/>
              <a:rect l="l" t="t" r="r" b="b"/>
              <a:pathLst>
                <a:path w="39360" h="4442" extrusionOk="0">
                  <a:moveTo>
                    <a:pt x="4442" y="0"/>
                  </a:moveTo>
                  <a:cubicBezTo>
                    <a:pt x="1989" y="0"/>
                    <a:pt x="1" y="1989"/>
                    <a:pt x="1" y="4441"/>
                  </a:cubicBezTo>
                  <a:lnTo>
                    <a:pt x="39360" y="4441"/>
                  </a:lnTo>
                  <a:cubicBezTo>
                    <a:pt x="39360" y="1989"/>
                    <a:pt x="37372" y="0"/>
                    <a:pt x="349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30"/>
            <p:cNvSpPr/>
            <p:nvPr/>
          </p:nvSpPr>
          <p:spPr>
            <a:xfrm>
              <a:off x="812650" y="-22276"/>
              <a:ext cx="33015" cy="570310"/>
            </a:xfrm>
            <a:custGeom>
              <a:avLst/>
              <a:gdLst/>
              <a:ahLst/>
              <a:cxnLst/>
              <a:rect l="l" t="t" r="r" b="b"/>
              <a:pathLst>
                <a:path w="685" h="19308" extrusionOk="0">
                  <a:moveTo>
                    <a:pt x="0" y="0"/>
                  </a:moveTo>
                  <a:lnTo>
                    <a:pt x="0" y="19308"/>
                  </a:lnTo>
                  <a:lnTo>
                    <a:pt x="685" y="19308"/>
                  </a:lnTo>
                  <a:lnTo>
                    <a:pt x="6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30"/>
            <p:cNvSpPr/>
            <p:nvPr/>
          </p:nvSpPr>
          <p:spPr>
            <a:xfrm>
              <a:off x="1859633" y="-22276"/>
              <a:ext cx="32967" cy="570310"/>
            </a:xfrm>
            <a:custGeom>
              <a:avLst/>
              <a:gdLst/>
              <a:ahLst/>
              <a:cxnLst/>
              <a:rect l="l" t="t" r="r" b="b"/>
              <a:pathLst>
                <a:path w="684" h="19308" extrusionOk="0">
                  <a:moveTo>
                    <a:pt x="0" y="0"/>
                  </a:moveTo>
                  <a:lnTo>
                    <a:pt x="0" y="19308"/>
                  </a:lnTo>
                  <a:lnTo>
                    <a:pt x="683" y="19308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24" name="Google Shape;1124;p30"/>
          <p:cNvSpPr/>
          <p:nvPr/>
        </p:nvSpPr>
        <p:spPr>
          <a:xfrm>
            <a:off x="7839136" y="1689849"/>
            <a:ext cx="1610746" cy="2726046"/>
          </a:xfrm>
          <a:custGeom>
            <a:avLst/>
            <a:gdLst/>
            <a:ahLst/>
            <a:cxnLst/>
            <a:rect l="l" t="t" r="r" b="b"/>
            <a:pathLst>
              <a:path w="24250" h="41041" extrusionOk="0">
                <a:moveTo>
                  <a:pt x="1" y="0"/>
                </a:moveTo>
                <a:lnTo>
                  <a:pt x="1" y="41041"/>
                </a:lnTo>
                <a:lnTo>
                  <a:pt x="24250" y="41041"/>
                </a:lnTo>
                <a:lnTo>
                  <a:pt x="242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5" name="Google Shape;1125;p30"/>
          <p:cNvSpPr/>
          <p:nvPr/>
        </p:nvSpPr>
        <p:spPr>
          <a:xfrm>
            <a:off x="7957368" y="1828938"/>
            <a:ext cx="1374348" cy="2586957"/>
          </a:xfrm>
          <a:custGeom>
            <a:avLst/>
            <a:gdLst/>
            <a:ahLst/>
            <a:cxnLst/>
            <a:rect l="l" t="t" r="r" b="b"/>
            <a:pathLst>
              <a:path w="20691" h="38947" extrusionOk="0">
                <a:moveTo>
                  <a:pt x="0" y="0"/>
                </a:moveTo>
                <a:lnTo>
                  <a:pt x="0" y="38947"/>
                </a:lnTo>
                <a:lnTo>
                  <a:pt x="20690" y="38947"/>
                </a:lnTo>
                <a:lnTo>
                  <a:pt x="2069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6" name="Google Shape;1126;p30"/>
          <p:cNvSpPr/>
          <p:nvPr/>
        </p:nvSpPr>
        <p:spPr>
          <a:xfrm>
            <a:off x="7943553" y="2961909"/>
            <a:ext cx="1462092" cy="320954"/>
          </a:xfrm>
          <a:custGeom>
            <a:avLst/>
            <a:gdLst/>
            <a:ahLst/>
            <a:cxnLst/>
            <a:rect l="l" t="t" r="r" b="b"/>
            <a:pathLst>
              <a:path w="22012" h="4832" extrusionOk="0">
                <a:moveTo>
                  <a:pt x="0" y="1"/>
                </a:moveTo>
                <a:lnTo>
                  <a:pt x="0" y="4832"/>
                </a:lnTo>
                <a:lnTo>
                  <a:pt x="22012" y="4832"/>
                </a:lnTo>
                <a:lnTo>
                  <a:pt x="2201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7" name="Google Shape;1127;p30"/>
          <p:cNvSpPr/>
          <p:nvPr/>
        </p:nvSpPr>
        <p:spPr>
          <a:xfrm>
            <a:off x="8284299" y="1133825"/>
            <a:ext cx="718957" cy="288074"/>
          </a:xfrm>
          <a:custGeom>
            <a:avLst/>
            <a:gdLst/>
            <a:ahLst/>
            <a:cxnLst/>
            <a:rect l="l" t="t" r="r" b="b"/>
            <a:pathLst>
              <a:path w="10824" h="4337" extrusionOk="0">
                <a:moveTo>
                  <a:pt x="0" y="0"/>
                </a:moveTo>
                <a:lnTo>
                  <a:pt x="0" y="4337"/>
                </a:lnTo>
                <a:lnTo>
                  <a:pt x="10824" y="4337"/>
                </a:lnTo>
                <a:lnTo>
                  <a:pt x="10824" y="0"/>
                </a:lnTo>
                <a:close/>
              </a:path>
            </a:pathLst>
          </a:custGeom>
          <a:solidFill>
            <a:schemeClr val="dk2"/>
          </a:solidFill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8" name="Google Shape;1128;p30"/>
          <p:cNvSpPr/>
          <p:nvPr/>
        </p:nvSpPr>
        <p:spPr>
          <a:xfrm>
            <a:off x="413700" y="319350"/>
            <a:ext cx="8316600" cy="4504800"/>
          </a:xfrm>
          <a:prstGeom prst="rect">
            <a:avLst/>
          </a:prstGeom>
          <a:solidFill>
            <a:srgbClr val="FFFFFF">
              <a:alpha val="844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9_1_1"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p31"/>
          <p:cNvSpPr/>
          <p:nvPr/>
        </p:nvSpPr>
        <p:spPr>
          <a:xfrm flipH="1">
            <a:off x="-45750" y="4286250"/>
            <a:ext cx="9235500" cy="866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1" name="Google Shape;1131;p31"/>
          <p:cNvSpPr/>
          <p:nvPr/>
        </p:nvSpPr>
        <p:spPr>
          <a:xfrm>
            <a:off x="7382300" y="533701"/>
            <a:ext cx="680671" cy="937012"/>
          </a:xfrm>
          <a:custGeom>
            <a:avLst/>
            <a:gdLst/>
            <a:ahLst/>
            <a:cxnLst/>
            <a:rect l="l" t="t" r="r" b="b"/>
            <a:pathLst>
              <a:path w="11372" h="15696" extrusionOk="0">
                <a:moveTo>
                  <a:pt x="0" y="0"/>
                </a:moveTo>
                <a:lnTo>
                  <a:pt x="0" y="15696"/>
                </a:lnTo>
                <a:lnTo>
                  <a:pt x="11372" y="15696"/>
                </a:lnTo>
                <a:lnTo>
                  <a:pt x="11372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2" name="Google Shape;1132;p31"/>
          <p:cNvSpPr/>
          <p:nvPr/>
        </p:nvSpPr>
        <p:spPr>
          <a:xfrm>
            <a:off x="7424502" y="579778"/>
            <a:ext cx="596276" cy="844899"/>
          </a:xfrm>
          <a:custGeom>
            <a:avLst/>
            <a:gdLst/>
            <a:ahLst/>
            <a:cxnLst/>
            <a:rect l="l" t="t" r="r" b="b"/>
            <a:pathLst>
              <a:path w="9962" h="14153" extrusionOk="0">
                <a:moveTo>
                  <a:pt x="1" y="0"/>
                </a:moveTo>
                <a:lnTo>
                  <a:pt x="1" y="14153"/>
                </a:lnTo>
                <a:lnTo>
                  <a:pt x="9961" y="14153"/>
                </a:lnTo>
                <a:lnTo>
                  <a:pt x="996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3" name="Google Shape;1133;p31"/>
          <p:cNvSpPr/>
          <p:nvPr/>
        </p:nvSpPr>
        <p:spPr>
          <a:xfrm>
            <a:off x="7602349" y="1005392"/>
            <a:ext cx="240617" cy="24536"/>
          </a:xfrm>
          <a:custGeom>
            <a:avLst/>
            <a:gdLst/>
            <a:ahLst/>
            <a:cxnLst/>
            <a:rect l="l" t="t" r="r" b="b"/>
            <a:pathLst>
              <a:path w="4020" h="411" extrusionOk="0">
                <a:moveTo>
                  <a:pt x="0" y="1"/>
                </a:moveTo>
                <a:lnTo>
                  <a:pt x="0" y="410"/>
                </a:lnTo>
                <a:lnTo>
                  <a:pt x="4019" y="410"/>
                </a:lnTo>
                <a:lnTo>
                  <a:pt x="4019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4" name="Google Shape;1134;p31"/>
          <p:cNvSpPr/>
          <p:nvPr/>
        </p:nvSpPr>
        <p:spPr>
          <a:xfrm>
            <a:off x="7477958" y="952809"/>
            <a:ext cx="489374" cy="24536"/>
          </a:xfrm>
          <a:custGeom>
            <a:avLst/>
            <a:gdLst/>
            <a:ahLst/>
            <a:cxnLst/>
            <a:rect l="l" t="t" r="r" b="b"/>
            <a:pathLst>
              <a:path w="8176" h="411" extrusionOk="0">
                <a:moveTo>
                  <a:pt x="0" y="1"/>
                </a:moveTo>
                <a:lnTo>
                  <a:pt x="0" y="410"/>
                </a:lnTo>
                <a:lnTo>
                  <a:pt x="8176" y="410"/>
                </a:lnTo>
                <a:lnTo>
                  <a:pt x="8176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5" name="Google Shape;1135;p31"/>
          <p:cNvSpPr/>
          <p:nvPr/>
        </p:nvSpPr>
        <p:spPr>
          <a:xfrm>
            <a:off x="7475623" y="1085548"/>
            <a:ext cx="230322" cy="24536"/>
          </a:xfrm>
          <a:custGeom>
            <a:avLst/>
            <a:gdLst/>
            <a:ahLst/>
            <a:cxnLst/>
            <a:rect l="l" t="t" r="r" b="b"/>
            <a:pathLst>
              <a:path w="3848" h="411" extrusionOk="0">
                <a:moveTo>
                  <a:pt x="1" y="1"/>
                </a:moveTo>
                <a:lnTo>
                  <a:pt x="1" y="410"/>
                </a:lnTo>
                <a:lnTo>
                  <a:pt x="3847" y="410"/>
                </a:lnTo>
                <a:lnTo>
                  <a:pt x="384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6" name="Google Shape;1136;p31"/>
          <p:cNvSpPr/>
          <p:nvPr/>
        </p:nvSpPr>
        <p:spPr>
          <a:xfrm>
            <a:off x="7475623" y="1142548"/>
            <a:ext cx="230322" cy="24536"/>
          </a:xfrm>
          <a:custGeom>
            <a:avLst/>
            <a:gdLst/>
            <a:ahLst/>
            <a:cxnLst/>
            <a:rect l="l" t="t" r="r" b="b"/>
            <a:pathLst>
              <a:path w="3848" h="411" extrusionOk="0">
                <a:moveTo>
                  <a:pt x="1" y="1"/>
                </a:moveTo>
                <a:lnTo>
                  <a:pt x="1" y="410"/>
                </a:lnTo>
                <a:lnTo>
                  <a:pt x="3847" y="410"/>
                </a:lnTo>
                <a:lnTo>
                  <a:pt x="384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7" name="Google Shape;1137;p31"/>
          <p:cNvSpPr/>
          <p:nvPr/>
        </p:nvSpPr>
        <p:spPr>
          <a:xfrm>
            <a:off x="7475623" y="1199547"/>
            <a:ext cx="230322" cy="24476"/>
          </a:xfrm>
          <a:custGeom>
            <a:avLst/>
            <a:gdLst/>
            <a:ahLst/>
            <a:cxnLst/>
            <a:rect l="l" t="t" r="r" b="b"/>
            <a:pathLst>
              <a:path w="3848" h="410" extrusionOk="0">
                <a:moveTo>
                  <a:pt x="1" y="1"/>
                </a:moveTo>
                <a:lnTo>
                  <a:pt x="1" y="410"/>
                </a:lnTo>
                <a:lnTo>
                  <a:pt x="3847" y="410"/>
                </a:lnTo>
                <a:lnTo>
                  <a:pt x="384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8" name="Google Shape;1138;p31"/>
          <p:cNvSpPr/>
          <p:nvPr/>
        </p:nvSpPr>
        <p:spPr>
          <a:xfrm>
            <a:off x="7465099" y="1499521"/>
            <a:ext cx="204338" cy="21768"/>
          </a:xfrm>
          <a:custGeom>
            <a:avLst/>
            <a:gdLst/>
            <a:ahLst/>
            <a:cxnLst/>
            <a:rect l="l" t="t" r="r" b="b"/>
            <a:pathLst>
              <a:path w="3848" h="411" extrusionOk="0">
                <a:moveTo>
                  <a:pt x="1" y="1"/>
                </a:moveTo>
                <a:lnTo>
                  <a:pt x="1" y="410"/>
                </a:lnTo>
                <a:lnTo>
                  <a:pt x="3847" y="410"/>
                </a:lnTo>
                <a:lnTo>
                  <a:pt x="384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9" name="Google Shape;1139;p31"/>
          <p:cNvSpPr/>
          <p:nvPr/>
        </p:nvSpPr>
        <p:spPr>
          <a:xfrm>
            <a:off x="7465099" y="1550090"/>
            <a:ext cx="204338" cy="21768"/>
          </a:xfrm>
          <a:custGeom>
            <a:avLst/>
            <a:gdLst/>
            <a:ahLst/>
            <a:cxnLst/>
            <a:rect l="l" t="t" r="r" b="b"/>
            <a:pathLst>
              <a:path w="3848" h="411" extrusionOk="0">
                <a:moveTo>
                  <a:pt x="1" y="1"/>
                </a:moveTo>
                <a:lnTo>
                  <a:pt x="1" y="410"/>
                </a:lnTo>
                <a:lnTo>
                  <a:pt x="3847" y="410"/>
                </a:lnTo>
                <a:lnTo>
                  <a:pt x="384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0" name="Google Shape;1140;p31"/>
          <p:cNvSpPr/>
          <p:nvPr/>
        </p:nvSpPr>
        <p:spPr>
          <a:xfrm>
            <a:off x="7739371" y="1085548"/>
            <a:ext cx="230262" cy="24536"/>
          </a:xfrm>
          <a:custGeom>
            <a:avLst/>
            <a:gdLst/>
            <a:ahLst/>
            <a:cxnLst/>
            <a:rect l="l" t="t" r="r" b="b"/>
            <a:pathLst>
              <a:path w="3847" h="411" extrusionOk="0">
                <a:moveTo>
                  <a:pt x="1" y="1"/>
                </a:moveTo>
                <a:lnTo>
                  <a:pt x="1" y="410"/>
                </a:lnTo>
                <a:lnTo>
                  <a:pt x="3847" y="410"/>
                </a:lnTo>
                <a:lnTo>
                  <a:pt x="384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1" name="Google Shape;1141;p31"/>
          <p:cNvSpPr/>
          <p:nvPr/>
        </p:nvSpPr>
        <p:spPr>
          <a:xfrm>
            <a:off x="7739371" y="1142548"/>
            <a:ext cx="230262" cy="24536"/>
          </a:xfrm>
          <a:custGeom>
            <a:avLst/>
            <a:gdLst/>
            <a:ahLst/>
            <a:cxnLst/>
            <a:rect l="l" t="t" r="r" b="b"/>
            <a:pathLst>
              <a:path w="3847" h="411" extrusionOk="0">
                <a:moveTo>
                  <a:pt x="1" y="1"/>
                </a:moveTo>
                <a:lnTo>
                  <a:pt x="1" y="410"/>
                </a:lnTo>
                <a:lnTo>
                  <a:pt x="3847" y="410"/>
                </a:lnTo>
                <a:lnTo>
                  <a:pt x="384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2" name="Google Shape;1142;p31"/>
          <p:cNvSpPr/>
          <p:nvPr/>
        </p:nvSpPr>
        <p:spPr>
          <a:xfrm>
            <a:off x="7739371" y="1199547"/>
            <a:ext cx="230262" cy="24476"/>
          </a:xfrm>
          <a:custGeom>
            <a:avLst/>
            <a:gdLst/>
            <a:ahLst/>
            <a:cxnLst/>
            <a:rect l="l" t="t" r="r" b="b"/>
            <a:pathLst>
              <a:path w="3847" h="410" extrusionOk="0">
                <a:moveTo>
                  <a:pt x="1" y="1"/>
                </a:moveTo>
                <a:lnTo>
                  <a:pt x="1" y="410"/>
                </a:lnTo>
                <a:lnTo>
                  <a:pt x="3847" y="410"/>
                </a:lnTo>
                <a:lnTo>
                  <a:pt x="384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3" name="Google Shape;1143;p31"/>
          <p:cNvSpPr/>
          <p:nvPr/>
        </p:nvSpPr>
        <p:spPr>
          <a:xfrm>
            <a:off x="7699096" y="1499521"/>
            <a:ext cx="204285" cy="21768"/>
          </a:xfrm>
          <a:custGeom>
            <a:avLst/>
            <a:gdLst/>
            <a:ahLst/>
            <a:cxnLst/>
            <a:rect l="l" t="t" r="r" b="b"/>
            <a:pathLst>
              <a:path w="3847" h="411" extrusionOk="0">
                <a:moveTo>
                  <a:pt x="1" y="1"/>
                </a:moveTo>
                <a:lnTo>
                  <a:pt x="1" y="410"/>
                </a:lnTo>
                <a:lnTo>
                  <a:pt x="3847" y="410"/>
                </a:lnTo>
                <a:lnTo>
                  <a:pt x="384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4" name="Google Shape;1144;p31"/>
          <p:cNvSpPr/>
          <p:nvPr/>
        </p:nvSpPr>
        <p:spPr>
          <a:xfrm>
            <a:off x="7699096" y="1550090"/>
            <a:ext cx="204285" cy="21768"/>
          </a:xfrm>
          <a:custGeom>
            <a:avLst/>
            <a:gdLst/>
            <a:ahLst/>
            <a:cxnLst/>
            <a:rect l="l" t="t" r="r" b="b"/>
            <a:pathLst>
              <a:path w="3847" h="411" extrusionOk="0">
                <a:moveTo>
                  <a:pt x="1" y="1"/>
                </a:moveTo>
                <a:lnTo>
                  <a:pt x="1" y="410"/>
                </a:lnTo>
                <a:lnTo>
                  <a:pt x="3847" y="410"/>
                </a:lnTo>
                <a:lnTo>
                  <a:pt x="384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5" name="Google Shape;1145;p31"/>
          <p:cNvSpPr/>
          <p:nvPr/>
        </p:nvSpPr>
        <p:spPr>
          <a:xfrm>
            <a:off x="7612705" y="667216"/>
            <a:ext cx="219907" cy="224104"/>
          </a:xfrm>
          <a:custGeom>
            <a:avLst/>
            <a:gdLst/>
            <a:ahLst/>
            <a:cxnLst/>
            <a:rect l="l" t="t" r="r" b="b"/>
            <a:pathLst>
              <a:path w="3674" h="3754" extrusionOk="0">
                <a:moveTo>
                  <a:pt x="0" y="0"/>
                </a:moveTo>
                <a:lnTo>
                  <a:pt x="0" y="3753"/>
                </a:lnTo>
                <a:lnTo>
                  <a:pt x="3674" y="3753"/>
                </a:lnTo>
                <a:lnTo>
                  <a:pt x="367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6" name="Google Shape;1146;p31"/>
          <p:cNvSpPr/>
          <p:nvPr/>
        </p:nvSpPr>
        <p:spPr>
          <a:xfrm>
            <a:off x="8167557" y="533701"/>
            <a:ext cx="560901" cy="578349"/>
          </a:xfrm>
          <a:custGeom>
            <a:avLst/>
            <a:gdLst/>
            <a:ahLst/>
            <a:cxnLst/>
            <a:rect l="l" t="t" r="r" b="b"/>
            <a:pathLst>
              <a:path w="9371" h="9688" extrusionOk="0">
                <a:moveTo>
                  <a:pt x="0" y="0"/>
                </a:moveTo>
                <a:lnTo>
                  <a:pt x="0" y="9687"/>
                </a:lnTo>
                <a:lnTo>
                  <a:pt x="9370" y="9687"/>
                </a:lnTo>
                <a:lnTo>
                  <a:pt x="937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7" name="Google Shape;1147;p31"/>
          <p:cNvSpPr/>
          <p:nvPr/>
        </p:nvSpPr>
        <p:spPr>
          <a:xfrm>
            <a:off x="8209759" y="579778"/>
            <a:ext cx="476446" cy="486236"/>
          </a:xfrm>
          <a:custGeom>
            <a:avLst/>
            <a:gdLst/>
            <a:ahLst/>
            <a:cxnLst/>
            <a:rect l="l" t="t" r="r" b="b"/>
            <a:pathLst>
              <a:path w="7960" h="8145" extrusionOk="0">
                <a:moveTo>
                  <a:pt x="1" y="0"/>
                </a:moveTo>
                <a:lnTo>
                  <a:pt x="1" y="8145"/>
                </a:lnTo>
                <a:lnTo>
                  <a:pt x="7960" y="8145"/>
                </a:lnTo>
                <a:lnTo>
                  <a:pt x="796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8" name="Google Shape;1148;p31"/>
          <p:cNvSpPr/>
          <p:nvPr/>
        </p:nvSpPr>
        <p:spPr>
          <a:xfrm>
            <a:off x="8415861" y="707564"/>
            <a:ext cx="230262" cy="24476"/>
          </a:xfrm>
          <a:custGeom>
            <a:avLst/>
            <a:gdLst/>
            <a:ahLst/>
            <a:cxnLst/>
            <a:rect l="l" t="t" r="r" b="b"/>
            <a:pathLst>
              <a:path w="3847" h="410" extrusionOk="0">
                <a:moveTo>
                  <a:pt x="0" y="0"/>
                </a:moveTo>
                <a:lnTo>
                  <a:pt x="0" y="409"/>
                </a:lnTo>
                <a:lnTo>
                  <a:pt x="3846" y="409"/>
                </a:lnTo>
                <a:lnTo>
                  <a:pt x="384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9" name="Google Shape;1149;p31"/>
          <p:cNvSpPr/>
          <p:nvPr/>
        </p:nvSpPr>
        <p:spPr>
          <a:xfrm>
            <a:off x="8415861" y="764503"/>
            <a:ext cx="230262" cy="24536"/>
          </a:xfrm>
          <a:custGeom>
            <a:avLst/>
            <a:gdLst/>
            <a:ahLst/>
            <a:cxnLst/>
            <a:rect l="l" t="t" r="r" b="b"/>
            <a:pathLst>
              <a:path w="3847" h="411" extrusionOk="0">
                <a:moveTo>
                  <a:pt x="0" y="1"/>
                </a:moveTo>
                <a:lnTo>
                  <a:pt x="0" y="410"/>
                </a:lnTo>
                <a:lnTo>
                  <a:pt x="3846" y="410"/>
                </a:lnTo>
                <a:lnTo>
                  <a:pt x="384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0" name="Google Shape;1150;p31"/>
          <p:cNvSpPr/>
          <p:nvPr/>
        </p:nvSpPr>
        <p:spPr>
          <a:xfrm>
            <a:off x="8415861" y="821622"/>
            <a:ext cx="230262" cy="24476"/>
          </a:xfrm>
          <a:custGeom>
            <a:avLst/>
            <a:gdLst/>
            <a:ahLst/>
            <a:cxnLst/>
            <a:rect l="l" t="t" r="r" b="b"/>
            <a:pathLst>
              <a:path w="3847" h="410" extrusionOk="0">
                <a:moveTo>
                  <a:pt x="0" y="0"/>
                </a:moveTo>
                <a:lnTo>
                  <a:pt x="0" y="410"/>
                </a:lnTo>
                <a:lnTo>
                  <a:pt x="3846" y="410"/>
                </a:lnTo>
                <a:lnTo>
                  <a:pt x="384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1" name="Google Shape;1151;p31"/>
          <p:cNvSpPr/>
          <p:nvPr/>
        </p:nvSpPr>
        <p:spPr>
          <a:xfrm>
            <a:off x="8415861" y="878561"/>
            <a:ext cx="230262" cy="24536"/>
          </a:xfrm>
          <a:custGeom>
            <a:avLst/>
            <a:gdLst/>
            <a:ahLst/>
            <a:cxnLst/>
            <a:rect l="l" t="t" r="r" b="b"/>
            <a:pathLst>
              <a:path w="3847" h="411" extrusionOk="0">
                <a:moveTo>
                  <a:pt x="0" y="1"/>
                </a:moveTo>
                <a:lnTo>
                  <a:pt x="0" y="410"/>
                </a:lnTo>
                <a:lnTo>
                  <a:pt x="3846" y="410"/>
                </a:lnTo>
                <a:lnTo>
                  <a:pt x="384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2" name="Google Shape;1152;p31"/>
          <p:cNvSpPr/>
          <p:nvPr/>
        </p:nvSpPr>
        <p:spPr>
          <a:xfrm>
            <a:off x="8415861" y="935560"/>
            <a:ext cx="230262" cy="24536"/>
          </a:xfrm>
          <a:custGeom>
            <a:avLst/>
            <a:gdLst/>
            <a:ahLst/>
            <a:cxnLst/>
            <a:rect l="l" t="t" r="r" b="b"/>
            <a:pathLst>
              <a:path w="3847" h="411" extrusionOk="0">
                <a:moveTo>
                  <a:pt x="0" y="1"/>
                </a:moveTo>
                <a:lnTo>
                  <a:pt x="0" y="410"/>
                </a:lnTo>
                <a:lnTo>
                  <a:pt x="3846" y="410"/>
                </a:lnTo>
                <a:lnTo>
                  <a:pt x="384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3" name="Google Shape;1153;p31"/>
          <p:cNvSpPr/>
          <p:nvPr/>
        </p:nvSpPr>
        <p:spPr>
          <a:xfrm>
            <a:off x="8249866" y="703803"/>
            <a:ext cx="133237" cy="256520"/>
          </a:xfrm>
          <a:custGeom>
            <a:avLst/>
            <a:gdLst/>
            <a:ahLst/>
            <a:cxnLst/>
            <a:rect l="l" t="t" r="r" b="b"/>
            <a:pathLst>
              <a:path w="2226" h="4297" extrusionOk="0">
                <a:moveTo>
                  <a:pt x="1" y="1"/>
                </a:moveTo>
                <a:lnTo>
                  <a:pt x="1" y="4296"/>
                </a:lnTo>
                <a:lnTo>
                  <a:pt x="2225" y="4296"/>
                </a:lnTo>
                <a:lnTo>
                  <a:pt x="222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54" name="Google Shape;1154;p31"/>
          <p:cNvGrpSpPr/>
          <p:nvPr/>
        </p:nvGrpSpPr>
        <p:grpSpPr>
          <a:xfrm>
            <a:off x="3514251" y="-107330"/>
            <a:ext cx="2115497" cy="440954"/>
            <a:chOff x="2871350" y="-9530"/>
            <a:chExt cx="2115497" cy="440954"/>
          </a:xfrm>
        </p:grpSpPr>
        <p:sp>
          <p:nvSpPr>
            <p:cNvPr id="1155" name="Google Shape;1155;p31"/>
            <p:cNvSpPr/>
            <p:nvPr/>
          </p:nvSpPr>
          <p:spPr>
            <a:xfrm>
              <a:off x="2871350" y="177253"/>
              <a:ext cx="2115497" cy="254172"/>
            </a:xfrm>
            <a:custGeom>
              <a:avLst/>
              <a:gdLst/>
              <a:ahLst/>
              <a:cxnLst/>
              <a:rect l="l" t="t" r="r" b="b"/>
              <a:pathLst>
                <a:path w="39838" h="3551" extrusionOk="0">
                  <a:moveTo>
                    <a:pt x="5462" y="0"/>
                  </a:moveTo>
                  <a:cubicBezTo>
                    <a:pt x="3101" y="0"/>
                    <a:pt x="960" y="1391"/>
                    <a:pt x="1" y="3550"/>
                  </a:cubicBezTo>
                  <a:lnTo>
                    <a:pt x="39837" y="3550"/>
                  </a:lnTo>
                  <a:cubicBezTo>
                    <a:pt x="38878" y="1391"/>
                    <a:pt x="36738" y="0"/>
                    <a:pt x="343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31"/>
            <p:cNvSpPr/>
            <p:nvPr/>
          </p:nvSpPr>
          <p:spPr>
            <a:xfrm>
              <a:off x="3427496" y="-9530"/>
              <a:ext cx="53" cy="219730"/>
            </a:xfrm>
            <a:custGeom>
              <a:avLst/>
              <a:gdLst/>
              <a:ahLst/>
              <a:cxnLst/>
              <a:rect l="l" t="t" r="r" b="b"/>
              <a:pathLst>
                <a:path w="1" h="7000" fill="none" extrusionOk="0">
                  <a:moveTo>
                    <a:pt x="1" y="700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miter lim="141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31"/>
            <p:cNvSpPr/>
            <p:nvPr/>
          </p:nvSpPr>
          <p:spPr>
            <a:xfrm>
              <a:off x="4430772" y="-9530"/>
              <a:ext cx="53" cy="219730"/>
            </a:xfrm>
            <a:custGeom>
              <a:avLst/>
              <a:gdLst/>
              <a:ahLst/>
              <a:cxnLst/>
              <a:rect l="l" t="t" r="r" b="b"/>
              <a:pathLst>
                <a:path w="1" h="7000" fill="none" extrusionOk="0">
                  <a:moveTo>
                    <a:pt x="1" y="700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miter lim="141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8" name="Google Shape;1158;p31"/>
          <p:cNvGrpSpPr/>
          <p:nvPr/>
        </p:nvGrpSpPr>
        <p:grpSpPr>
          <a:xfrm>
            <a:off x="8098974" y="2012400"/>
            <a:ext cx="864043" cy="677282"/>
            <a:chOff x="8098974" y="2012400"/>
            <a:chExt cx="864043" cy="677282"/>
          </a:xfrm>
        </p:grpSpPr>
        <p:sp>
          <p:nvSpPr>
            <p:cNvPr id="1159" name="Google Shape;1159;p31"/>
            <p:cNvSpPr/>
            <p:nvPr/>
          </p:nvSpPr>
          <p:spPr>
            <a:xfrm>
              <a:off x="8098974" y="2012400"/>
              <a:ext cx="864043" cy="604070"/>
            </a:xfrm>
            <a:custGeom>
              <a:avLst/>
              <a:gdLst/>
              <a:ahLst/>
              <a:cxnLst/>
              <a:rect l="l" t="t" r="r" b="b"/>
              <a:pathLst>
                <a:path w="15019" h="10528" extrusionOk="0">
                  <a:moveTo>
                    <a:pt x="653" y="0"/>
                  </a:moveTo>
                  <a:cubicBezTo>
                    <a:pt x="292" y="0"/>
                    <a:pt x="0" y="291"/>
                    <a:pt x="0" y="653"/>
                  </a:cubicBezTo>
                  <a:lnTo>
                    <a:pt x="0" y="9874"/>
                  </a:lnTo>
                  <a:cubicBezTo>
                    <a:pt x="0" y="10236"/>
                    <a:pt x="292" y="10527"/>
                    <a:pt x="653" y="10527"/>
                  </a:cubicBezTo>
                  <a:lnTo>
                    <a:pt x="14365" y="10527"/>
                  </a:lnTo>
                  <a:cubicBezTo>
                    <a:pt x="14726" y="10527"/>
                    <a:pt x="15018" y="10236"/>
                    <a:pt x="15018" y="9874"/>
                  </a:cubicBezTo>
                  <a:lnTo>
                    <a:pt x="15018" y="653"/>
                  </a:lnTo>
                  <a:cubicBezTo>
                    <a:pt x="15018" y="291"/>
                    <a:pt x="14726" y="0"/>
                    <a:pt x="143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31"/>
            <p:cNvSpPr/>
            <p:nvPr/>
          </p:nvSpPr>
          <p:spPr>
            <a:xfrm>
              <a:off x="8453634" y="2412076"/>
              <a:ext cx="230983" cy="275355"/>
            </a:xfrm>
            <a:custGeom>
              <a:avLst/>
              <a:gdLst/>
              <a:ahLst/>
              <a:cxnLst/>
              <a:rect l="l" t="t" r="r" b="b"/>
              <a:pathLst>
                <a:path w="4015" h="4799" extrusionOk="0">
                  <a:moveTo>
                    <a:pt x="261" y="0"/>
                  </a:moveTo>
                  <a:cubicBezTo>
                    <a:pt x="115" y="0"/>
                    <a:pt x="0" y="126"/>
                    <a:pt x="13" y="271"/>
                  </a:cubicBezTo>
                  <a:lnTo>
                    <a:pt x="392" y="4799"/>
                  </a:lnTo>
                  <a:lnTo>
                    <a:pt x="4015" y="4799"/>
                  </a:lnTo>
                  <a:lnTo>
                    <a:pt x="2886" y="190"/>
                  </a:lnTo>
                  <a:cubicBezTo>
                    <a:pt x="2857" y="78"/>
                    <a:pt x="2757" y="0"/>
                    <a:pt x="2642" y="0"/>
                  </a:cubicBezTo>
                  <a:lnTo>
                    <a:pt x="263" y="0"/>
                  </a:lnTo>
                  <a:cubicBezTo>
                    <a:pt x="263" y="0"/>
                    <a:pt x="262" y="0"/>
                    <a:pt x="26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31"/>
            <p:cNvSpPr/>
            <p:nvPr/>
          </p:nvSpPr>
          <p:spPr>
            <a:xfrm>
              <a:off x="8324980" y="2657321"/>
              <a:ext cx="465015" cy="32361"/>
            </a:xfrm>
            <a:custGeom>
              <a:avLst/>
              <a:gdLst/>
              <a:ahLst/>
              <a:cxnLst/>
              <a:rect l="l" t="t" r="r" b="b"/>
              <a:pathLst>
                <a:path w="8083" h="564" extrusionOk="0">
                  <a:moveTo>
                    <a:pt x="0" y="1"/>
                  </a:moveTo>
                  <a:lnTo>
                    <a:pt x="0" y="563"/>
                  </a:lnTo>
                  <a:lnTo>
                    <a:pt x="8082" y="563"/>
                  </a:lnTo>
                  <a:lnTo>
                    <a:pt x="808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31"/>
            <p:cNvSpPr/>
            <p:nvPr/>
          </p:nvSpPr>
          <p:spPr>
            <a:xfrm>
              <a:off x="8324980" y="2656796"/>
              <a:ext cx="82210" cy="32361"/>
            </a:xfrm>
            <a:custGeom>
              <a:avLst/>
              <a:gdLst/>
              <a:ahLst/>
              <a:cxnLst/>
              <a:rect l="l" t="t" r="r" b="b"/>
              <a:pathLst>
                <a:path w="1429" h="564" extrusionOk="0">
                  <a:moveTo>
                    <a:pt x="0" y="1"/>
                  </a:moveTo>
                  <a:lnTo>
                    <a:pt x="0" y="563"/>
                  </a:lnTo>
                  <a:lnTo>
                    <a:pt x="1428" y="563"/>
                  </a:lnTo>
                  <a:lnTo>
                    <a:pt x="142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63" name="Google Shape;1163;p31"/>
          <p:cNvSpPr/>
          <p:nvPr/>
        </p:nvSpPr>
        <p:spPr>
          <a:xfrm>
            <a:off x="7172821" y="2866985"/>
            <a:ext cx="2199663" cy="1857399"/>
          </a:xfrm>
          <a:custGeom>
            <a:avLst/>
            <a:gdLst/>
            <a:ahLst/>
            <a:cxnLst/>
            <a:rect l="l" t="t" r="r" b="b"/>
            <a:pathLst>
              <a:path w="55498" h="29106" extrusionOk="0">
                <a:moveTo>
                  <a:pt x="0" y="1"/>
                </a:moveTo>
                <a:lnTo>
                  <a:pt x="0" y="29106"/>
                </a:lnTo>
                <a:lnTo>
                  <a:pt x="55498" y="29106"/>
                </a:lnTo>
                <a:lnTo>
                  <a:pt x="5549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4" name="Google Shape;1164;p31"/>
          <p:cNvSpPr/>
          <p:nvPr/>
        </p:nvSpPr>
        <p:spPr>
          <a:xfrm>
            <a:off x="7172821" y="4479873"/>
            <a:ext cx="2199663" cy="244220"/>
          </a:xfrm>
          <a:custGeom>
            <a:avLst/>
            <a:gdLst/>
            <a:ahLst/>
            <a:cxnLst/>
            <a:rect l="l" t="t" r="r" b="b"/>
            <a:pathLst>
              <a:path w="55498" h="3827" extrusionOk="0">
                <a:moveTo>
                  <a:pt x="0" y="0"/>
                </a:moveTo>
                <a:lnTo>
                  <a:pt x="0" y="3827"/>
                </a:lnTo>
                <a:lnTo>
                  <a:pt x="55498" y="3827"/>
                </a:lnTo>
                <a:lnTo>
                  <a:pt x="5549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5" name="Google Shape;1165;p31"/>
          <p:cNvSpPr/>
          <p:nvPr/>
        </p:nvSpPr>
        <p:spPr>
          <a:xfrm>
            <a:off x="7086600" y="2689675"/>
            <a:ext cx="2285830" cy="244284"/>
          </a:xfrm>
          <a:custGeom>
            <a:avLst/>
            <a:gdLst/>
            <a:ahLst/>
            <a:cxnLst/>
            <a:rect l="l" t="t" r="r" b="b"/>
            <a:pathLst>
              <a:path w="57672" h="3828" extrusionOk="0">
                <a:moveTo>
                  <a:pt x="1" y="0"/>
                </a:moveTo>
                <a:lnTo>
                  <a:pt x="1" y="3828"/>
                </a:lnTo>
                <a:lnTo>
                  <a:pt x="57671" y="3828"/>
                </a:lnTo>
                <a:lnTo>
                  <a:pt x="5767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66" name="Google Shape;1166;p31"/>
          <p:cNvGrpSpPr/>
          <p:nvPr/>
        </p:nvGrpSpPr>
        <p:grpSpPr>
          <a:xfrm>
            <a:off x="-22678" y="1775843"/>
            <a:ext cx="1201130" cy="2743139"/>
            <a:chOff x="5247175" y="1706175"/>
            <a:chExt cx="799900" cy="1828150"/>
          </a:xfrm>
        </p:grpSpPr>
        <p:sp>
          <p:nvSpPr>
            <p:cNvPr id="1167" name="Google Shape;1167;p31"/>
            <p:cNvSpPr/>
            <p:nvPr/>
          </p:nvSpPr>
          <p:spPr>
            <a:xfrm>
              <a:off x="5428650" y="1889425"/>
              <a:ext cx="52400" cy="1543250"/>
            </a:xfrm>
            <a:custGeom>
              <a:avLst/>
              <a:gdLst/>
              <a:ahLst/>
              <a:cxnLst/>
              <a:rect l="l" t="t" r="r" b="b"/>
              <a:pathLst>
                <a:path w="2096" h="61730" extrusionOk="0">
                  <a:moveTo>
                    <a:pt x="530" y="0"/>
                  </a:moveTo>
                  <a:cubicBezTo>
                    <a:pt x="293" y="0"/>
                    <a:pt x="13" y="110"/>
                    <a:pt x="1" y="276"/>
                  </a:cubicBezTo>
                  <a:cubicBezTo>
                    <a:pt x="43" y="1223"/>
                    <a:pt x="1" y="30408"/>
                    <a:pt x="1" y="36439"/>
                  </a:cubicBezTo>
                  <a:cubicBezTo>
                    <a:pt x="1" y="42469"/>
                    <a:pt x="582" y="57028"/>
                    <a:pt x="582" y="59010"/>
                  </a:cubicBezTo>
                  <a:cubicBezTo>
                    <a:pt x="582" y="60992"/>
                    <a:pt x="237" y="61423"/>
                    <a:pt x="495" y="61596"/>
                  </a:cubicBezTo>
                  <a:cubicBezTo>
                    <a:pt x="608" y="61671"/>
                    <a:pt x="931" y="61729"/>
                    <a:pt x="1254" y="61729"/>
                  </a:cubicBezTo>
                  <a:cubicBezTo>
                    <a:pt x="1675" y="61729"/>
                    <a:pt x="2095" y="61630"/>
                    <a:pt x="2046" y="61336"/>
                  </a:cubicBezTo>
                  <a:cubicBezTo>
                    <a:pt x="1960" y="60819"/>
                    <a:pt x="1356" y="38938"/>
                    <a:pt x="1185" y="35404"/>
                  </a:cubicBezTo>
                  <a:cubicBezTo>
                    <a:pt x="1014" y="31873"/>
                    <a:pt x="957" y="11052"/>
                    <a:pt x="862" y="9409"/>
                  </a:cubicBezTo>
                  <a:cubicBezTo>
                    <a:pt x="701" y="6631"/>
                    <a:pt x="1058" y="1053"/>
                    <a:pt x="862" y="169"/>
                  </a:cubicBezTo>
                  <a:cubicBezTo>
                    <a:pt x="836" y="51"/>
                    <a:pt x="693" y="0"/>
                    <a:pt x="53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31"/>
            <p:cNvSpPr/>
            <p:nvPr/>
          </p:nvSpPr>
          <p:spPr>
            <a:xfrm>
              <a:off x="5247175" y="3405600"/>
              <a:ext cx="410850" cy="128725"/>
            </a:xfrm>
            <a:custGeom>
              <a:avLst/>
              <a:gdLst/>
              <a:ahLst/>
              <a:cxnLst/>
              <a:rect l="l" t="t" r="r" b="b"/>
              <a:pathLst>
                <a:path w="16434" h="5149" extrusionOk="0">
                  <a:moveTo>
                    <a:pt x="8271" y="1"/>
                  </a:moveTo>
                  <a:cubicBezTo>
                    <a:pt x="6893" y="130"/>
                    <a:pt x="4050" y="1551"/>
                    <a:pt x="2025" y="2800"/>
                  </a:cubicBezTo>
                  <a:cubicBezTo>
                    <a:pt x="1" y="4048"/>
                    <a:pt x="130" y="4394"/>
                    <a:pt x="87" y="4782"/>
                  </a:cubicBezTo>
                  <a:cubicBezTo>
                    <a:pt x="51" y="5099"/>
                    <a:pt x="2967" y="5128"/>
                    <a:pt x="6263" y="5128"/>
                  </a:cubicBezTo>
                  <a:cubicBezTo>
                    <a:pt x="7009" y="5128"/>
                    <a:pt x="7774" y="5126"/>
                    <a:pt x="8529" y="5126"/>
                  </a:cubicBezTo>
                  <a:cubicBezTo>
                    <a:pt x="10392" y="5126"/>
                    <a:pt x="12138" y="5149"/>
                    <a:pt x="13496" y="5149"/>
                  </a:cubicBezTo>
                  <a:cubicBezTo>
                    <a:pt x="15123" y="5149"/>
                    <a:pt x="16193" y="5117"/>
                    <a:pt x="16240" y="4976"/>
                  </a:cubicBezTo>
                  <a:cubicBezTo>
                    <a:pt x="16309" y="4772"/>
                    <a:pt x="16434" y="4115"/>
                    <a:pt x="15659" y="3554"/>
                  </a:cubicBezTo>
                  <a:cubicBezTo>
                    <a:pt x="14883" y="2994"/>
                    <a:pt x="10770" y="130"/>
                    <a:pt x="82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31"/>
            <p:cNvSpPr/>
            <p:nvPr/>
          </p:nvSpPr>
          <p:spPr>
            <a:xfrm>
              <a:off x="5777300" y="1890950"/>
              <a:ext cx="269775" cy="235300"/>
            </a:xfrm>
            <a:custGeom>
              <a:avLst/>
              <a:gdLst/>
              <a:ahLst/>
              <a:cxnLst/>
              <a:rect l="l" t="t" r="r" b="b"/>
              <a:pathLst>
                <a:path w="10791" h="9412" extrusionOk="0">
                  <a:moveTo>
                    <a:pt x="5874" y="0"/>
                  </a:moveTo>
                  <a:cubicBezTo>
                    <a:pt x="4777" y="0"/>
                    <a:pt x="3679" y="427"/>
                    <a:pt x="2649" y="1205"/>
                  </a:cubicBezTo>
                  <a:cubicBezTo>
                    <a:pt x="0" y="3208"/>
                    <a:pt x="291" y="6828"/>
                    <a:pt x="2778" y="9412"/>
                  </a:cubicBezTo>
                  <a:cubicBezTo>
                    <a:pt x="3489" y="9218"/>
                    <a:pt x="8659" y="5017"/>
                    <a:pt x="10791" y="3467"/>
                  </a:cubicBezTo>
                  <a:cubicBezTo>
                    <a:pt x="9329" y="1057"/>
                    <a:pt x="7602" y="0"/>
                    <a:pt x="58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31"/>
            <p:cNvSpPr/>
            <p:nvPr/>
          </p:nvSpPr>
          <p:spPr>
            <a:xfrm>
              <a:off x="5662750" y="1706175"/>
              <a:ext cx="198250" cy="231900"/>
            </a:xfrm>
            <a:custGeom>
              <a:avLst/>
              <a:gdLst/>
              <a:ahLst/>
              <a:cxnLst/>
              <a:rect l="l" t="t" r="r" b="b"/>
              <a:pathLst>
                <a:path w="7930" h="9276" extrusionOk="0">
                  <a:moveTo>
                    <a:pt x="538" y="1"/>
                  </a:moveTo>
                  <a:cubicBezTo>
                    <a:pt x="217" y="1"/>
                    <a:pt x="0" y="362"/>
                    <a:pt x="307" y="821"/>
                  </a:cubicBezTo>
                  <a:cubicBezTo>
                    <a:pt x="580" y="1109"/>
                    <a:pt x="6319" y="8444"/>
                    <a:pt x="7274" y="9276"/>
                  </a:cubicBezTo>
                  <a:lnTo>
                    <a:pt x="7930" y="8780"/>
                  </a:lnTo>
                  <a:cubicBezTo>
                    <a:pt x="7930" y="8780"/>
                    <a:pt x="1191" y="435"/>
                    <a:pt x="953" y="197"/>
                  </a:cubicBezTo>
                  <a:cubicBezTo>
                    <a:pt x="816" y="60"/>
                    <a:pt x="669" y="1"/>
                    <a:pt x="53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31"/>
            <p:cNvSpPr/>
            <p:nvPr/>
          </p:nvSpPr>
          <p:spPr>
            <a:xfrm>
              <a:off x="5380850" y="1725600"/>
              <a:ext cx="373050" cy="287000"/>
            </a:xfrm>
            <a:custGeom>
              <a:avLst/>
              <a:gdLst/>
              <a:ahLst/>
              <a:cxnLst/>
              <a:rect l="l" t="t" r="r" b="b"/>
              <a:pathLst>
                <a:path w="14922" h="11480" extrusionOk="0">
                  <a:moveTo>
                    <a:pt x="14391" y="1"/>
                  </a:moveTo>
                  <a:cubicBezTo>
                    <a:pt x="14176" y="1"/>
                    <a:pt x="13782" y="219"/>
                    <a:pt x="12982" y="873"/>
                  </a:cubicBezTo>
                  <a:cubicBezTo>
                    <a:pt x="11917" y="1746"/>
                    <a:pt x="1578" y="9403"/>
                    <a:pt x="415" y="10533"/>
                  </a:cubicBezTo>
                  <a:cubicBezTo>
                    <a:pt x="1" y="10936"/>
                    <a:pt x="240" y="11480"/>
                    <a:pt x="651" y="11480"/>
                  </a:cubicBezTo>
                  <a:cubicBezTo>
                    <a:pt x="776" y="11480"/>
                    <a:pt x="918" y="11429"/>
                    <a:pt x="1061" y="11308"/>
                  </a:cubicBezTo>
                  <a:cubicBezTo>
                    <a:pt x="1675" y="10791"/>
                    <a:pt x="7329" y="6302"/>
                    <a:pt x="8718" y="5139"/>
                  </a:cubicBezTo>
                  <a:cubicBezTo>
                    <a:pt x="10108" y="3974"/>
                    <a:pt x="13301" y="1703"/>
                    <a:pt x="13790" y="1325"/>
                  </a:cubicBezTo>
                  <a:cubicBezTo>
                    <a:pt x="14922" y="454"/>
                    <a:pt x="14716" y="227"/>
                    <a:pt x="14555" y="66"/>
                  </a:cubicBezTo>
                  <a:cubicBezTo>
                    <a:pt x="14514" y="25"/>
                    <a:pt x="14463" y="1"/>
                    <a:pt x="143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31"/>
            <p:cNvSpPr/>
            <p:nvPr/>
          </p:nvSpPr>
          <p:spPr>
            <a:xfrm>
              <a:off x="5414350" y="1943650"/>
              <a:ext cx="49800" cy="44425"/>
            </a:xfrm>
            <a:custGeom>
              <a:avLst/>
              <a:gdLst/>
              <a:ahLst/>
              <a:cxnLst/>
              <a:rect l="l" t="t" r="r" b="b"/>
              <a:pathLst>
                <a:path w="1992" h="1777" extrusionOk="0">
                  <a:moveTo>
                    <a:pt x="1040" y="0"/>
                  </a:moveTo>
                  <a:cubicBezTo>
                    <a:pt x="1021" y="0"/>
                    <a:pt x="1001" y="1"/>
                    <a:pt x="982" y="2"/>
                  </a:cubicBezTo>
                  <a:cubicBezTo>
                    <a:pt x="104" y="2"/>
                    <a:pt x="0" y="1238"/>
                    <a:pt x="627" y="1661"/>
                  </a:cubicBezTo>
                  <a:cubicBezTo>
                    <a:pt x="745" y="1741"/>
                    <a:pt x="875" y="1776"/>
                    <a:pt x="1006" y="1776"/>
                  </a:cubicBezTo>
                  <a:cubicBezTo>
                    <a:pt x="1493" y="1776"/>
                    <a:pt x="1991" y="1287"/>
                    <a:pt x="1919" y="777"/>
                  </a:cubicBezTo>
                  <a:cubicBezTo>
                    <a:pt x="1856" y="344"/>
                    <a:pt x="1469" y="0"/>
                    <a:pt x="10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31"/>
            <p:cNvSpPr/>
            <p:nvPr/>
          </p:nvSpPr>
          <p:spPr>
            <a:xfrm>
              <a:off x="5684725" y="1739300"/>
              <a:ext cx="47225" cy="41325"/>
            </a:xfrm>
            <a:custGeom>
              <a:avLst/>
              <a:gdLst/>
              <a:ahLst/>
              <a:cxnLst/>
              <a:rect l="l" t="t" r="r" b="b"/>
              <a:pathLst>
                <a:path w="1889" h="1653" extrusionOk="0">
                  <a:moveTo>
                    <a:pt x="856" y="1"/>
                  </a:moveTo>
                  <a:cubicBezTo>
                    <a:pt x="549" y="1"/>
                    <a:pt x="245" y="155"/>
                    <a:pt x="98" y="480"/>
                  </a:cubicBezTo>
                  <a:cubicBezTo>
                    <a:pt x="91" y="495"/>
                    <a:pt x="85" y="511"/>
                    <a:pt x="79" y="526"/>
                  </a:cubicBezTo>
                  <a:cubicBezTo>
                    <a:pt x="74" y="542"/>
                    <a:pt x="64" y="560"/>
                    <a:pt x="57" y="579"/>
                  </a:cubicBezTo>
                  <a:lnTo>
                    <a:pt x="65" y="567"/>
                  </a:lnTo>
                  <a:lnTo>
                    <a:pt x="65" y="567"/>
                  </a:lnTo>
                  <a:cubicBezTo>
                    <a:pt x="0" y="776"/>
                    <a:pt x="21" y="1012"/>
                    <a:pt x="149" y="1230"/>
                  </a:cubicBezTo>
                  <a:cubicBezTo>
                    <a:pt x="341" y="1525"/>
                    <a:pt x="625" y="1652"/>
                    <a:pt x="900" y="1652"/>
                  </a:cubicBezTo>
                  <a:cubicBezTo>
                    <a:pt x="1410" y="1652"/>
                    <a:pt x="1889" y="1214"/>
                    <a:pt x="1700" y="584"/>
                  </a:cubicBezTo>
                  <a:cubicBezTo>
                    <a:pt x="1567" y="204"/>
                    <a:pt x="1209" y="1"/>
                    <a:pt x="8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4" name="Google Shape;1174;p31"/>
          <p:cNvGrpSpPr/>
          <p:nvPr/>
        </p:nvGrpSpPr>
        <p:grpSpPr>
          <a:xfrm>
            <a:off x="309475" y="336850"/>
            <a:ext cx="765914" cy="765914"/>
            <a:chOff x="7841675" y="577013"/>
            <a:chExt cx="765914" cy="765914"/>
          </a:xfrm>
        </p:grpSpPr>
        <p:sp>
          <p:nvSpPr>
            <p:cNvPr id="1175" name="Google Shape;1175;p31"/>
            <p:cNvSpPr/>
            <p:nvPr/>
          </p:nvSpPr>
          <p:spPr>
            <a:xfrm>
              <a:off x="7841675" y="577013"/>
              <a:ext cx="765914" cy="765914"/>
            </a:xfrm>
            <a:custGeom>
              <a:avLst/>
              <a:gdLst/>
              <a:ahLst/>
              <a:cxnLst/>
              <a:rect l="l" t="t" r="r" b="b"/>
              <a:pathLst>
                <a:path w="13649" h="13649" extrusionOk="0">
                  <a:moveTo>
                    <a:pt x="6825" y="0"/>
                  </a:moveTo>
                  <a:cubicBezTo>
                    <a:pt x="5016" y="0"/>
                    <a:pt x="3280" y="720"/>
                    <a:pt x="2000" y="1999"/>
                  </a:cubicBezTo>
                  <a:cubicBezTo>
                    <a:pt x="721" y="3279"/>
                    <a:pt x="1" y="5014"/>
                    <a:pt x="1" y="6824"/>
                  </a:cubicBezTo>
                  <a:cubicBezTo>
                    <a:pt x="1" y="8634"/>
                    <a:pt x="721" y="10370"/>
                    <a:pt x="2000" y="11650"/>
                  </a:cubicBezTo>
                  <a:cubicBezTo>
                    <a:pt x="3280" y="12929"/>
                    <a:pt x="5016" y="13648"/>
                    <a:pt x="6825" y="13648"/>
                  </a:cubicBezTo>
                  <a:cubicBezTo>
                    <a:pt x="8635" y="13648"/>
                    <a:pt x="10371" y="12929"/>
                    <a:pt x="11650" y="11650"/>
                  </a:cubicBezTo>
                  <a:cubicBezTo>
                    <a:pt x="12931" y="10370"/>
                    <a:pt x="13649" y="8634"/>
                    <a:pt x="13649" y="6824"/>
                  </a:cubicBezTo>
                  <a:cubicBezTo>
                    <a:pt x="13649" y="5014"/>
                    <a:pt x="12931" y="3279"/>
                    <a:pt x="11650" y="1999"/>
                  </a:cubicBezTo>
                  <a:cubicBezTo>
                    <a:pt x="10371" y="720"/>
                    <a:pt x="8635" y="0"/>
                    <a:pt x="68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31"/>
            <p:cNvSpPr/>
            <p:nvPr/>
          </p:nvSpPr>
          <p:spPr>
            <a:xfrm>
              <a:off x="7904801" y="640027"/>
              <a:ext cx="639767" cy="639879"/>
            </a:xfrm>
            <a:custGeom>
              <a:avLst/>
              <a:gdLst/>
              <a:ahLst/>
              <a:cxnLst/>
              <a:rect l="l" t="t" r="r" b="b"/>
              <a:pathLst>
                <a:path w="11401" h="11403" extrusionOk="0">
                  <a:moveTo>
                    <a:pt x="5700" y="1"/>
                  </a:moveTo>
                  <a:cubicBezTo>
                    <a:pt x="2552" y="1"/>
                    <a:pt x="1" y="2554"/>
                    <a:pt x="1" y="5701"/>
                  </a:cubicBezTo>
                  <a:cubicBezTo>
                    <a:pt x="1" y="8849"/>
                    <a:pt x="2552" y="11402"/>
                    <a:pt x="5700" y="11402"/>
                  </a:cubicBezTo>
                  <a:cubicBezTo>
                    <a:pt x="8848" y="11402"/>
                    <a:pt x="11401" y="8849"/>
                    <a:pt x="11401" y="5701"/>
                  </a:cubicBezTo>
                  <a:cubicBezTo>
                    <a:pt x="11401" y="2554"/>
                    <a:pt x="8848" y="1"/>
                    <a:pt x="570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31"/>
            <p:cNvSpPr/>
            <p:nvPr/>
          </p:nvSpPr>
          <p:spPr>
            <a:xfrm>
              <a:off x="8210614" y="728516"/>
              <a:ext cx="220981" cy="261440"/>
            </a:xfrm>
            <a:custGeom>
              <a:avLst/>
              <a:gdLst/>
              <a:ahLst/>
              <a:cxnLst/>
              <a:rect l="l" t="t" r="r" b="b"/>
              <a:pathLst>
                <a:path w="3938" h="4659" extrusionOk="0">
                  <a:moveTo>
                    <a:pt x="267" y="0"/>
                  </a:moveTo>
                  <a:cubicBezTo>
                    <a:pt x="134" y="0"/>
                    <a:pt x="2" y="85"/>
                    <a:pt x="2" y="256"/>
                  </a:cubicBezTo>
                  <a:lnTo>
                    <a:pt x="2" y="4395"/>
                  </a:lnTo>
                  <a:cubicBezTo>
                    <a:pt x="1" y="4462"/>
                    <a:pt x="26" y="4525"/>
                    <a:pt x="73" y="4574"/>
                  </a:cubicBezTo>
                  <a:cubicBezTo>
                    <a:pt x="76" y="4576"/>
                    <a:pt x="80" y="4579"/>
                    <a:pt x="83" y="4582"/>
                  </a:cubicBezTo>
                  <a:cubicBezTo>
                    <a:pt x="86" y="4586"/>
                    <a:pt x="86" y="4586"/>
                    <a:pt x="87" y="4588"/>
                  </a:cubicBezTo>
                  <a:cubicBezTo>
                    <a:pt x="133" y="4632"/>
                    <a:pt x="194" y="4659"/>
                    <a:pt x="257" y="4659"/>
                  </a:cubicBezTo>
                  <a:cubicBezTo>
                    <a:pt x="261" y="4659"/>
                    <a:pt x="264" y="4659"/>
                    <a:pt x="267" y="4659"/>
                  </a:cubicBezTo>
                  <a:lnTo>
                    <a:pt x="3596" y="4659"/>
                  </a:lnTo>
                  <a:cubicBezTo>
                    <a:pt x="3937" y="4659"/>
                    <a:pt x="3937" y="4130"/>
                    <a:pt x="3597" y="4130"/>
                  </a:cubicBezTo>
                  <a:lnTo>
                    <a:pt x="532" y="4130"/>
                  </a:lnTo>
                  <a:lnTo>
                    <a:pt x="532" y="256"/>
                  </a:lnTo>
                  <a:cubicBezTo>
                    <a:pt x="532" y="85"/>
                    <a:pt x="399" y="0"/>
                    <a:pt x="2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Thai"/>
              <a:buChar char="●"/>
              <a:defRPr>
                <a:solidFill>
                  <a:schemeClr val="accent2"/>
                </a:solidFill>
                <a:latin typeface="Noto Sans Thai"/>
                <a:ea typeface="Noto Sans Thai"/>
                <a:cs typeface="Noto Sans Thai"/>
                <a:sym typeface="Noto Sans Thai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Thai"/>
              <a:buChar char="○"/>
              <a:defRPr>
                <a:solidFill>
                  <a:schemeClr val="accent2"/>
                </a:solidFill>
                <a:latin typeface="Noto Sans Thai"/>
                <a:ea typeface="Noto Sans Thai"/>
                <a:cs typeface="Noto Sans Thai"/>
                <a:sym typeface="Noto Sans Thai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Thai"/>
              <a:buChar char="■"/>
              <a:defRPr>
                <a:solidFill>
                  <a:schemeClr val="accent2"/>
                </a:solidFill>
                <a:latin typeface="Noto Sans Thai"/>
                <a:ea typeface="Noto Sans Thai"/>
                <a:cs typeface="Noto Sans Thai"/>
                <a:sym typeface="Noto Sans Thai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Thai"/>
              <a:buChar char="●"/>
              <a:defRPr>
                <a:solidFill>
                  <a:schemeClr val="accent2"/>
                </a:solidFill>
                <a:latin typeface="Noto Sans Thai"/>
                <a:ea typeface="Noto Sans Thai"/>
                <a:cs typeface="Noto Sans Thai"/>
                <a:sym typeface="Noto Sans Thai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Thai"/>
              <a:buChar char="○"/>
              <a:defRPr>
                <a:solidFill>
                  <a:schemeClr val="accent2"/>
                </a:solidFill>
                <a:latin typeface="Noto Sans Thai"/>
                <a:ea typeface="Noto Sans Thai"/>
                <a:cs typeface="Noto Sans Thai"/>
                <a:sym typeface="Noto Sans Thai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Thai"/>
              <a:buChar char="■"/>
              <a:defRPr>
                <a:solidFill>
                  <a:schemeClr val="accent2"/>
                </a:solidFill>
                <a:latin typeface="Noto Sans Thai"/>
                <a:ea typeface="Noto Sans Thai"/>
                <a:cs typeface="Noto Sans Thai"/>
                <a:sym typeface="Noto Sans Thai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Thai"/>
              <a:buChar char="●"/>
              <a:defRPr>
                <a:solidFill>
                  <a:schemeClr val="accent2"/>
                </a:solidFill>
                <a:latin typeface="Noto Sans Thai"/>
                <a:ea typeface="Noto Sans Thai"/>
                <a:cs typeface="Noto Sans Thai"/>
                <a:sym typeface="Noto Sans Thai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Thai"/>
              <a:buChar char="○"/>
              <a:defRPr>
                <a:solidFill>
                  <a:schemeClr val="accent2"/>
                </a:solidFill>
                <a:latin typeface="Noto Sans Thai"/>
                <a:ea typeface="Noto Sans Thai"/>
                <a:cs typeface="Noto Sans Thai"/>
                <a:sym typeface="Noto Sans Thai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Font typeface="Noto Sans Thai"/>
              <a:buChar char="■"/>
              <a:defRPr>
                <a:solidFill>
                  <a:schemeClr val="accent2"/>
                </a:solidFill>
                <a:latin typeface="Noto Sans Thai"/>
                <a:ea typeface="Noto Sans Thai"/>
                <a:cs typeface="Noto Sans Thai"/>
                <a:sym typeface="Noto Sans Tha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6" r:id="rId5"/>
    <p:sldLayoutId id="2147483658" r:id="rId6"/>
    <p:sldLayoutId id="2147483659" r:id="rId7"/>
    <p:sldLayoutId id="2147483661" r:id="rId8"/>
    <p:sldLayoutId id="2147483662" r:id="rId9"/>
    <p:sldLayoutId id="2147483663" r:id="rId10"/>
    <p:sldLayoutId id="2147483664" r:id="rId11"/>
    <p:sldLayoutId id="2147483665" r:id="rId12"/>
    <p:sldLayoutId id="2147483666" r:id="rId13"/>
    <p:sldLayoutId id="2147483668" r:id="rId14"/>
    <p:sldLayoutId id="2147483671" r:id="rId15"/>
    <p:sldLayoutId id="2147483675" r:id="rId16"/>
    <p:sldLayoutId id="2147483676" r:id="rId17"/>
    <p:sldLayoutId id="2147483677" r:id="rId1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pik.com/free-vector/hand-drawn-doctor-hospital-background_26922211.htm/?utm_source=slidesgo_template&amp;utm_medium=referral-link&amp;utm_campaign=sg_resources&amp;utm_content=freepik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hyperlink" Target="https://www.freepik.com/free-vector/flat-hand-drawn-hospital-reception-scene_12426483.htm/?utm_source=slidesgo_template&amp;utm_medium=referral-link&amp;utm_campaign=sg_resources&amp;utm_content=freepik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pik.com/free-vector/hand-drawn-doctor-hospital-background_26922211.htm/?utm_source=slidesgo_template&amp;utm_medium=referral-link&amp;utm_campaign=sg_resources&amp;utm_content=freepik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www.freepik.com/free-vector/flat-hand-drawn-hospital-reception-scene_12426483.htm/?utm_source=slidesgo_template&amp;utm_medium=referral-link&amp;utm_campaign=sg_resources&amp;utm_content=freepik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p35"/>
          <p:cNvSpPr/>
          <p:nvPr/>
        </p:nvSpPr>
        <p:spPr>
          <a:xfrm>
            <a:off x="940800" y="532650"/>
            <a:ext cx="7262400" cy="4078200"/>
          </a:xfrm>
          <a:prstGeom prst="rect">
            <a:avLst/>
          </a:prstGeom>
          <a:solidFill>
            <a:srgbClr val="FFFFFF">
              <a:alpha val="88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9" name="Google Shape;1189;p35"/>
          <p:cNvSpPr txBox="1">
            <a:spLocks noGrp="1"/>
          </p:cNvSpPr>
          <p:nvPr>
            <p:ph type="ctrTitle"/>
          </p:nvPr>
        </p:nvSpPr>
        <p:spPr>
          <a:xfrm>
            <a:off x="2052150" y="1127450"/>
            <a:ext cx="5039700" cy="246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 dirty="0"/>
              <a:t>THE COST</a:t>
            </a:r>
            <a:br>
              <a:rPr lang="en" sz="7200" dirty="0"/>
            </a:br>
            <a:r>
              <a:rPr lang="en" sz="3900" dirty="0">
                <a:solidFill>
                  <a:schemeClr val="accent4"/>
                </a:solidFill>
              </a:rPr>
              <a:t>OF</a:t>
            </a:r>
            <a:r>
              <a:rPr lang="en" sz="4300" dirty="0">
                <a:solidFill>
                  <a:schemeClr val="accent4"/>
                </a:solidFill>
              </a:rPr>
              <a:t> </a:t>
            </a:r>
            <a:r>
              <a:rPr lang="en" sz="5500" dirty="0">
                <a:solidFill>
                  <a:schemeClr val="accent4"/>
                </a:solidFill>
              </a:rPr>
              <a:t>CARE</a:t>
            </a:r>
            <a:endParaRPr sz="5500" dirty="0">
              <a:solidFill>
                <a:schemeClr val="accent4"/>
              </a:solidFill>
            </a:endParaRPr>
          </a:p>
        </p:txBody>
      </p:sp>
      <p:sp>
        <p:nvSpPr>
          <p:cNvPr id="1190" name="Google Shape;1190;p35"/>
          <p:cNvSpPr txBox="1">
            <a:spLocks noGrp="1"/>
          </p:cNvSpPr>
          <p:nvPr>
            <p:ph type="subTitle" idx="1"/>
          </p:nvPr>
        </p:nvSpPr>
        <p:spPr>
          <a:xfrm>
            <a:off x="2273100" y="3604450"/>
            <a:ext cx="4597800" cy="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1300" dirty="0"/>
              <a:t>An Analysis of Hospital Markups and Patient Outcomes</a:t>
            </a:r>
            <a:endParaRPr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3">
          <a:extLst>
            <a:ext uri="{FF2B5EF4-FFF2-40B4-BE49-F238E27FC236}">
              <a16:creationId xmlns:a16="http://schemas.microsoft.com/office/drawing/2014/main" id="{2B8677C1-3F13-2BD9-35CA-0F355D595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p37">
            <a:extLst>
              <a:ext uri="{FF2B5EF4-FFF2-40B4-BE49-F238E27FC236}">
                <a16:creationId xmlns:a16="http://schemas.microsoft.com/office/drawing/2014/main" id="{9D34B1A8-2599-9AB2-9080-F766CB1432FD}"/>
              </a:ext>
            </a:extLst>
          </p:cNvPr>
          <p:cNvSpPr txBox="1">
            <a:spLocks noGrp="1"/>
          </p:cNvSpPr>
          <p:nvPr>
            <p:ph type="subTitle" idx="14"/>
          </p:nvPr>
        </p:nvSpPr>
        <p:spPr>
          <a:xfrm>
            <a:off x="1655276" y="1882194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Overview</a:t>
            </a:r>
            <a:endParaRPr dirty="0"/>
          </a:p>
        </p:txBody>
      </p:sp>
      <p:sp>
        <p:nvSpPr>
          <p:cNvPr id="1207" name="Google Shape;1207;p37">
            <a:extLst>
              <a:ext uri="{FF2B5EF4-FFF2-40B4-BE49-F238E27FC236}">
                <a16:creationId xmlns:a16="http://schemas.microsoft.com/office/drawing/2014/main" id="{A7AF3F6B-E096-122B-F2CD-EB8292C4D59D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5183224" y="1882194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Findings</a:t>
            </a:r>
            <a:endParaRPr dirty="0"/>
          </a:p>
        </p:txBody>
      </p:sp>
      <p:sp>
        <p:nvSpPr>
          <p:cNvPr id="1210" name="Google Shape;1210;p37">
            <a:extLst>
              <a:ext uri="{FF2B5EF4-FFF2-40B4-BE49-F238E27FC236}">
                <a16:creationId xmlns:a16="http://schemas.microsoft.com/office/drawing/2014/main" id="{14777027-8958-15F8-8C21-2561D2BC751D}"/>
              </a:ext>
            </a:extLst>
          </p:cNvPr>
          <p:cNvSpPr txBox="1">
            <a:spLocks noGrp="1"/>
          </p:cNvSpPr>
          <p:nvPr>
            <p:ph type="subTitle" idx="15"/>
          </p:nvPr>
        </p:nvSpPr>
        <p:spPr>
          <a:xfrm>
            <a:off x="1655276" y="3561148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</a:t>
            </a:r>
            <a:endParaRPr dirty="0"/>
          </a:p>
        </p:txBody>
      </p:sp>
      <p:sp>
        <p:nvSpPr>
          <p:cNvPr id="1211" name="Google Shape;1211;p37">
            <a:extLst>
              <a:ext uri="{FF2B5EF4-FFF2-40B4-BE49-F238E27FC236}">
                <a16:creationId xmlns:a16="http://schemas.microsoft.com/office/drawing/2014/main" id="{A15B1E10-A8C9-47AA-F617-F29E739A0727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5183224" y="3561148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Dashboard</a:t>
            </a:r>
            <a:endParaRPr dirty="0"/>
          </a:p>
        </p:txBody>
      </p:sp>
      <p:sp>
        <p:nvSpPr>
          <p:cNvPr id="1212" name="Google Shape;1212;p37">
            <a:extLst>
              <a:ext uri="{FF2B5EF4-FFF2-40B4-BE49-F238E27FC236}">
                <a16:creationId xmlns:a16="http://schemas.microsoft.com/office/drawing/2014/main" id="{8FAFAF2C-0753-DF15-5BE8-30DC637FBE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Table of Contents</a:t>
            </a:r>
            <a:endParaRPr dirty="0"/>
          </a:p>
        </p:txBody>
      </p:sp>
      <p:sp>
        <p:nvSpPr>
          <p:cNvPr id="1213" name="Google Shape;1213;p37">
            <a:extLst>
              <a:ext uri="{FF2B5EF4-FFF2-40B4-BE49-F238E27FC236}">
                <a16:creationId xmlns:a16="http://schemas.microsoft.com/office/drawing/2014/main" id="{801E9CCA-92FA-B76F-3478-95DD6A4EF988}"/>
              </a:ext>
            </a:extLst>
          </p:cNvPr>
          <p:cNvSpPr txBox="1">
            <a:spLocks noGrp="1"/>
          </p:cNvSpPr>
          <p:nvPr>
            <p:ph type="title" idx="7"/>
          </p:nvPr>
        </p:nvSpPr>
        <p:spPr>
          <a:xfrm>
            <a:off x="2440676" y="1358407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214" name="Google Shape;1214;p37">
            <a:extLst>
              <a:ext uri="{FF2B5EF4-FFF2-40B4-BE49-F238E27FC236}">
                <a16:creationId xmlns:a16="http://schemas.microsoft.com/office/drawing/2014/main" id="{F0B554EB-9C61-A4A8-98F1-8A67604CB46B}"/>
              </a:ext>
            </a:extLst>
          </p:cNvPr>
          <p:cNvSpPr txBox="1">
            <a:spLocks noGrp="1"/>
          </p:cNvSpPr>
          <p:nvPr>
            <p:ph type="title" idx="8"/>
          </p:nvPr>
        </p:nvSpPr>
        <p:spPr>
          <a:xfrm>
            <a:off x="2440676" y="3037252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1215" name="Google Shape;1215;p37">
            <a:extLst>
              <a:ext uri="{FF2B5EF4-FFF2-40B4-BE49-F238E27FC236}">
                <a16:creationId xmlns:a16="http://schemas.microsoft.com/office/drawing/2014/main" id="{E7268E35-F74A-B21F-16FF-6EE9B59EC824}"/>
              </a:ext>
            </a:extLst>
          </p:cNvPr>
          <p:cNvSpPr txBox="1">
            <a:spLocks noGrp="1"/>
          </p:cNvSpPr>
          <p:nvPr>
            <p:ph type="title" idx="9"/>
          </p:nvPr>
        </p:nvSpPr>
        <p:spPr>
          <a:xfrm>
            <a:off x="5968624" y="1358407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216" name="Google Shape;1216;p37">
            <a:extLst>
              <a:ext uri="{FF2B5EF4-FFF2-40B4-BE49-F238E27FC236}">
                <a16:creationId xmlns:a16="http://schemas.microsoft.com/office/drawing/2014/main" id="{9927194E-081A-4343-B334-B1B81AED3518}"/>
              </a:ext>
            </a:extLst>
          </p:cNvPr>
          <p:cNvSpPr txBox="1">
            <a:spLocks noGrp="1"/>
          </p:cNvSpPr>
          <p:nvPr>
            <p:ph type="title" idx="13"/>
          </p:nvPr>
        </p:nvSpPr>
        <p:spPr>
          <a:xfrm>
            <a:off x="5968624" y="3037252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17612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7">
          <a:extLst>
            <a:ext uri="{FF2B5EF4-FFF2-40B4-BE49-F238E27FC236}">
              <a16:creationId xmlns:a16="http://schemas.microsoft.com/office/drawing/2014/main" id="{2808BA76-F971-1972-342F-A07A7EB81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p39">
            <a:extLst>
              <a:ext uri="{FF2B5EF4-FFF2-40B4-BE49-F238E27FC236}">
                <a16:creationId xmlns:a16="http://schemas.microsoft.com/office/drawing/2014/main" id="{E769D2DE-BB43-D91D-664C-FB374B117E37}"/>
              </a:ext>
            </a:extLst>
          </p:cNvPr>
          <p:cNvSpPr/>
          <p:nvPr/>
        </p:nvSpPr>
        <p:spPr>
          <a:xfrm>
            <a:off x="940800" y="532650"/>
            <a:ext cx="7262400" cy="4078200"/>
          </a:xfrm>
          <a:prstGeom prst="rect">
            <a:avLst/>
          </a:prstGeom>
          <a:solidFill>
            <a:srgbClr val="FFFFFF">
              <a:alpha val="844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9" name="Google Shape;1229;p39">
            <a:extLst>
              <a:ext uri="{FF2B5EF4-FFF2-40B4-BE49-F238E27FC236}">
                <a16:creationId xmlns:a16="http://schemas.microsoft.com/office/drawing/2014/main" id="{6A30906B-D46F-EA21-7F8A-3C60ADBC63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38200" y="2503213"/>
            <a:ext cx="5067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Overview</a:t>
            </a:r>
            <a:endParaRPr dirty="0"/>
          </a:p>
        </p:txBody>
      </p:sp>
      <p:sp>
        <p:nvSpPr>
          <p:cNvPr id="1230" name="Google Shape;1230;p39">
            <a:extLst>
              <a:ext uri="{FF2B5EF4-FFF2-40B4-BE49-F238E27FC236}">
                <a16:creationId xmlns:a16="http://schemas.microsoft.com/office/drawing/2014/main" id="{9800370E-730C-8D64-E461-2F2C2FCD940C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977700" y="1423488"/>
            <a:ext cx="1188600" cy="82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66173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9">
          <a:extLst>
            <a:ext uri="{FF2B5EF4-FFF2-40B4-BE49-F238E27FC236}">
              <a16:creationId xmlns:a16="http://schemas.microsoft.com/office/drawing/2014/main" id="{BB027D5B-45B6-B825-8EFC-B177F6FFB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0" name="Google Shape;1400;p49">
            <a:extLst>
              <a:ext uri="{FF2B5EF4-FFF2-40B4-BE49-F238E27FC236}">
                <a16:creationId xmlns:a16="http://schemas.microsoft.com/office/drawing/2014/main" id="{A6D9C973-4398-A9FB-AF49-116ED27E6A21}"/>
              </a:ext>
            </a:extLst>
          </p:cNvPr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r="22154" b="14104"/>
          <a:stretch/>
        </p:blipFill>
        <p:spPr>
          <a:xfrm>
            <a:off x="4504313" y="1215563"/>
            <a:ext cx="3692924" cy="2712374"/>
          </a:xfrm>
          <a:prstGeom prst="rect">
            <a:avLst/>
          </a:prstGeom>
        </p:spPr>
      </p:pic>
      <p:sp>
        <p:nvSpPr>
          <p:cNvPr id="1401" name="Google Shape;1401;p49">
            <a:extLst>
              <a:ext uri="{FF2B5EF4-FFF2-40B4-BE49-F238E27FC236}">
                <a16:creationId xmlns:a16="http://schemas.microsoft.com/office/drawing/2014/main" id="{A64BED21-43AA-9067-3D67-7EF6B8D1A1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46763" y="1007100"/>
            <a:ext cx="3105000" cy="53176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Key Questions:</a:t>
            </a:r>
            <a:endParaRPr dirty="0"/>
          </a:p>
        </p:txBody>
      </p:sp>
      <p:sp>
        <p:nvSpPr>
          <p:cNvPr id="1402" name="Google Shape;1402;p49">
            <a:extLst>
              <a:ext uri="{FF2B5EF4-FFF2-40B4-BE49-F238E27FC236}">
                <a16:creationId xmlns:a16="http://schemas.microsoft.com/office/drawing/2014/main" id="{44CBE503-F90B-BCDC-1B9E-5D3515CBCFA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46763" y="1538868"/>
            <a:ext cx="3108900" cy="25975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spcAft>
                <a:spcPts val="1600"/>
              </a:spcAft>
              <a:buFont typeface="Wingdings" panose="05000000000000000000" pitchFamily="2" charset="2"/>
              <a:buChar char="v"/>
            </a:pPr>
            <a:r>
              <a:rPr lang="en-US" sz="1200" dirty="0"/>
              <a:t>Are hospitals with higher costs, charges, and/or markups more likely to achieve lower readmission and mortality rates?</a:t>
            </a:r>
          </a:p>
          <a:p>
            <a:pPr marL="285750" lvl="0" indent="-285750">
              <a:spcAft>
                <a:spcPts val="1600"/>
              </a:spcAft>
              <a:buFont typeface="Wingdings" panose="05000000000000000000" pitchFamily="2" charset="2"/>
              <a:buChar char="v"/>
            </a:pPr>
            <a:r>
              <a:rPr lang="en-US" sz="1200" dirty="0"/>
              <a:t>Are hospital size and type related to the costs and quality outcomes?</a:t>
            </a:r>
          </a:p>
          <a:p>
            <a:pPr marL="285750" lvl="0" indent="-285750">
              <a:spcAft>
                <a:spcPts val="1600"/>
              </a:spcAft>
              <a:buFont typeface="Wingdings" panose="05000000000000000000" pitchFamily="2" charset="2"/>
              <a:buChar char="v"/>
            </a:pPr>
            <a:r>
              <a:rPr lang="en-US" sz="1200" dirty="0"/>
              <a:t>How do patient satisfaction scores relate to financial measures, hospital categories,  and clinical quality metrics?</a:t>
            </a:r>
            <a:endParaRPr sz="1200" dirty="0"/>
          </a:p>
        </p:txBody>
      </p:sp>
    </p:spTree>
    <p:extLst>
      <p:ext uri="{BB962C8B-B14F-4D97-AF65-F5344CB8AC3E}">
        <p14:creationId xmlns:p14="http://schemas.microsoft.com/office/powerpoint/2010/main" val="2876952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4">
          <a:extLst>
            <a:ext uri="{FF2B5EF4-FFF2-40B4-BE49-F238E27FC236}">
              <a16:creationId xmlns:a16="http://schemas.microsoft.com/office/drawing/2014/main" id="{F97635D4-AE03-F375-D16B-BBCA43F35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p36">
            <a:extLst>
              <a:ext uri="{FF2B5EF4-FFF2-40B4-BE49-F238E27FC236}">
                <a16:creationId xmlns:a16="http://schemas.microsoft.com/office/drawing/2014/main" id="{127E9B13-53FF-162B-15DC-6E2810ABC2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Definitions</a:t>
            </a:r>
            <a:endParaRPr dirty="0"/>
          </a:p>
        </p:txBody>
      </p:sp>
      <p:graphicFrame>
        <p:nvGraphicFramePr>
          <p:cNvPr id="1197" name="Google Shape;1197;p36">
            <a:extLst>
              <a:ext uri="{FF2B5EF4-FFF2-40B4-BE49-F238E27FC236}">
                <a16:creationId xmlns:a16="http://schemas.microsoft.com/office/drawing/2014/main" id="{1FD44730-35C7-F6D6-BCE1-DEA2E152187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21390441"/>
              </p:ext>
            </p:extLst>
          </p:nvPr>
        </p:nvGraphicFramePr>
        <p:xfrm>
          <a:off x="720000" y="1648200"/>
          <a:ext cx="7208488" cy="2259600"/>
        </p:xfrm>
        <a:graphic>
          <a:graphicData uri="http://schemas.openxmlformats.org/drawingml/2006/table">
            <a:tbl>
              <a:tblPr>
                <a:noFill/>
                <a:tableStyleId>{3B0403C8-B429-4BC3-A1A4-40CBB380A10C}</a:tableStyleId>
              </a:tblPr>
              <a:tblGrid>
                <a:gridCol w="21243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4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6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accent2"/>
                          </a:solidFill>
                          <a:uFill>
                            <a:noFill/>
                          </a:uFill>
                          <a:latin typeface="Noto Sans Thai Medium"/>
                          <a:ea typeface="Noto Sans Thai Medium"/>
                          <a:cs typeface="Noto Sans Thai Medium"/>
                          <a:sym typeface="Noto Sans Thai Medium"/>
                        </a:rPr>
                        <a:t>Costs</a:t>
                      </a:r>
                      <a:endParaRPr sz="1100" dirty="0">
                        <a:solidFill>
                          <a:schemeClr val="accent2"/>
                        </a:solidFill>
                        <a:latin typeface="Noto Sans Thai Medium"/>
                        <a:ea typeface="Noto Sans Thai Medium"/>
                        <a:cs typeface="Noto Sans Thai Medium"/>
                        <a:sym typeface="Noto Sans Thai Medium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Costs incurred by the hospital for services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accent2"/>
                          </a:solidFill>
                          <a:uFill>
                            <a:noFill/>
                          </a:uFill>
                          <a:latin typeface="Noto Sans Thai Medium"/>
                          <a:ea typeface="Noto Sans Thai Medium"/>
                          <a:cs typeface="Noto Sans Thai Medium"/>
                          <a:sym typeface="Noto Sans Thai Medium"/>
                        </a:rPr>
                        <a:t>Charges</a:t>
                      </a:r>
                      <a:endParaRPr sz="1100" dirty="0">
                        <a:solidFill>
                          <a:schemeClr val="accent2"/>
                        </a:solidFill>
                        <a:latin typeface="Noto Sans Thai Medium"/>
                        <a:ea typeface="Noto Sans Thai Medium"/>
                        <a:cs typeface="Noto Sans Thai Medium"/>
                        <a:sym typeface="Noto Sans Thai Medium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Charges to the patient for services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accent2"/>
                          </a:solidFill>
                          <a:uFill>
                            <a:noFill/>
                          </a:uFill>
                          <a:latin typeface="Noto Sans Thai Medium"/>
                          <a:ea typeface="Noto Sans Thai Medium"/>
                          <a:cs typeface="Noto Sans Thai Medium"/>
                          <a:sym typeface="Noto Sans Thai Medium"/>
                        </a:rPr>
                        <a:t>Charge / Markup Percentage</a:t>
                      </a:r>
                      <a:endParaRPr sz="1100" dirty="0">
                        <a:solidFill>
                          <a:schemeClr val="accent2"/>
                        </a:solidFill>
                        <a:latin typeface="Noto Sans Thai Medium"/>
                        <a:ea typeface="Noto Sans Thai Medium"/>
                        <a:cs typeface="Noto Sans Thai Medium"/>
                        <a:sym typeface="Noto Sans Thai Medium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Charges as a percentage of costs (e.g. 200% markup is double the cost)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accent2"/>
                          </a:solidFill>
                          <a:uFill>
                            <a:noFill/>
                          </a:uFill>
                          <a:latin typeface="Noto Sans Thai Medium"/>
                          <a:ea typeface="Noto Sans Thai Medium"/>
                          <a:cs typeface="Noto Sans Thai Medium"/>
                          <a:sym typeface="Noto Sans Thai Medium"/>
                        </a:rPr>
                        <a:t>Mortality</a:t>
                      </a:r>
                      <a:endParaRPr sz="1100" dirty="0">
                        <a:solidFill>
                          <a:schemeClr val="accent2"/>
                        </a:solidFill>
                        <a:latin typeface="Noto Sans Thai Medium"/>
                        <a:ea typeface="Noto Sans Thai Medium"/>
                        <a:cs typeface="Noto Sans Thai Medium"/>
                        <a:sym typeface="Noto Sans Thai Medium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CMS Hybrid Hospital-Wide, All Cause Mortality Score (lower is better, ~4.2 avg)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6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accent2"/>
                          </a:solidFill>
                          <a:uFill>
                            <a:noFill/>
                          </a:uFill>
                          <a:latin typeface="Noto Sans Thai Medium"/>
                          <a:ea typeface="Noto Sans Thai Medium"/>
                          <a:cs typeface="Noto Sans Thai Medium"/>
                          <a:sym typeface="Noto Sans Thai Medium"/>
                        </a:rPr>
                        <a:t>Readmission</a:t>
                      </a:r>
                      <a:endParaRPr sz="1100" dirty="0">
                        <a:solidFill>
                          <a:schemeClr val="accent2"/>
                        </a:solidFill>
                        <a:latin typeface="Noto Sans Thai Medium"/>
                        <a:ea typeface="Noto Sans Thai Medium"/>
                        <a:cs typeface="Noto Sans Thai Medium"/>
                        <a:sym typeface="Noto Sans Thai Medium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CMS Hybrid Hospital-Wide, All Cause Readmission Score (lower is better, 15.0 avg)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6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accent2"/>
                          </a:solidFill>
                          <a:latin typeface="Noto Sans Thai Medium"/>
                          <a:ea typeface="Noto Sans Thai Medium"/>
                          <a:cs typeface="Noto Sans Thai Medium"/>
                          <a:sym typeface="Noto Sans Thai Medium"/>
                        </a:rPr>
                        <a:t>Patient Satisfaction Rating</a:t>
                      </a:r>
                      <a:endParaRPr sz="1100" dirty="0">
                        <a:solidFill>
                          <a:schemeClr val="accent2"/>
                        </a:solidFill>
                        <a:latin typeface="Noto Sans Thai Medium"/>
                        <a:ea typeface="Noto Sans Thai Medium"/>
                        <a:cs typeface="Noto Sans Thai Medium"/>
                        <a:sym typeface="Noto Sans Thai Medium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Overall and categorical ratings for hospitals from national patient survey</a:t>
                      </a:r>
                      <a:endParaRPr sz="1000" b="1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3844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6">
          <a:extLst>
            <a:ext uri="{FF2B5EF4-FFF2-40B4-BE49-F238E27FC236}">
              <a16:creationId xmlns:a16="http://schemas.microsoft.com/office/drawing/2014/main" id="{48AF0CF4-8351-95A5-6C70-36976D7DD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7" name="Google Shape;1537;p57">
            <a:extLst>
              <a:ext uri="{FF2B5EF4-FFF2-40B4-BE49-F238E27FC236}">
                <a16:creationId xmlns:a16="http://schemas.microsoft.com/office/drawing/2014/main" id="{6E4EDCE2-65C3-16D6-38F6-BCA3918EE1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Methodology</a:t>
            </a:r>
            <a:endParaRPr dirty="0"/>
          </a:p>
        </p:txBody>
      </p:sp>
      <p:sp>
        <p:nvSpPr>
          <p:cNvPr id="1538" name="Google Shape;1538;p57">
            <a:extLst>
              <a:ext uri="{FF2B5EF4-FFF2-40B4-BE49-F238E27FC236}">
                <a16:creationId xmlns:a16="http://schemas.microsoft.com/office/drawing/2014/main" id="{274DF5D3-B2EA-83A2-F8E3-DA8A876B7C59}"/>
              </a:ext>
            </a:extLst>
          </p:cNvPr>
          <p:cNvSpPr txBox="1"/>
          <p:nvPr/>
        </p:nvSpPr>
        <p:spPr>
          <a:xfrm flipH="1">
            <a:off x="1681409" y="2104244"/>
            <a:ext cx="21432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4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rPr>
              <a:t>SQL</a:t>
            </a:r>
            <a:endParaRPr sz="1800" dirty="0">
              <a:solidFill>
                <a:schemeClr val="accent4"/>
              </a:solidFill>
              <a:latin typeface="Encode Sans Semi Expanded ExtraBold"/>
              <a:ea typeface="Encode Sans Semi Expanded ExtraBold"/>
              <a:cs typeface="Encode Sans Semi Expanded ExtraBold"/>
              <a:sym typeface="Encode Sans Semi Expanded ExtraBold"/>
            </a:endParaRPr>
          </a:p>
        </p:txBody>
      </p:sp>
      <p:sp>
        <p:nvSpPr>
          <p:cNvPr id="1539" name="Google Shape;1539;p57">
            <a:extLst>
              <a:ext uri="{FF2B5EF4-FFF2-40B4-BE49-F238E27FC236}">
                <a16:creationId xmlns:a16="http://schemas.microsoft.com/office/drawing/2014/main" id="{38DBE916-22A5-5122-531C-FD60249633E8}"/>
              </a:ext>
            </a:extLst>
          </p:cNvPr>
          <p:cNvSpPr txBox="1"/>
          <p:nvPr/>
        </p:nvSpPr>
        <p:spPr>
          <a:xfrm flipH="1">
            <a:off x="1681411" y="1522699"/>
            <a:ext cx="2143200" cy="5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Cleaning and joining 6 CMS datasets</a:t>
            </a:r>
            <a:endParaRPr dirty="0">
              <a:solidFill>
                <a:schemeClr val="accent2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</p:txBody>
      </p:sp>
      <p:sp>
        <p:nvSpPr>
          <p:cNvPr id="1540" name="Google Shape;1540;p57">
            <a:extLst>
              <a:ext uri="{FF2B5EF4-FFF2-40B4-BE49-F238E27FC236}">
                <a16:creationId xmlns:a16="http://schemas.microsoft.com/office/drawing/2014/main" id="{C5C1D7EE-32D8-891F-21D3-0346F8F621D6}"/>
              </a:ext>
            </a:extLst>
          </p:cNvPr>
          <p:cNvSpPr txBox="1"/>
          <p:nvPr/>
        </p:nvSpPr>
        <p:spPr>
          <a:xfrm flipH="1">
            <a:off x="3359942" y="3408269"/>
            <a:ext cx="21432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4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rPr>
              <a:t>Python</a:t>
            </a:r>
            <a:endParaRPr sz="1800" dirty="0">
              <a:solidFill>
                <a:schemeClr val="accent4"/>
              </a:solidFill>
              <a:latin typeface="Encode Sans Semi Expanded ExtraBold"/>
              <a:ea typeface="Encode Sans Semi Expanded ExtraBold"/>
              <a:cs typeface="Encode Sans Semi Expanded ExtraBold"/>
              <a:sym typeface="Encode Sans Semi Expanded ExtraBold"/>
            </a:endParaRPr>
          </a:p>
        </p:txBody>
      </p:sp>
      <p:sp>
        <p:nvSpPr>
          <p:cNvPr id="1541" name="Google Shape;1541;p57">
            <a:extLst>
              <a:ext uri="{FF2B5EF4-FFF2-40B4-BE49-F238E27FC236}">
                <a16:creationId xmlns:a16="http://schemas.microsoft.com/office/drawing/2014/main" id="{49106780-ADE4-A6A4-BAAC-9285CD253DBF}"/>
              </a:ext>
            </a:extLst>
          </p:cNvPr>
          <p:cNvSpPr txBox="1"/>
          <p:nvPr/>
        </p:nvSpPr>
        <p:spPr>
          <a:xfrm flipH="1">
            <a:off x="3359936" y="3793159"/>
            <a:ext cx="2143200" cy="5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Analysis, modeling, and visualization</a:t>
            </a:r>
            <a:endParaRPr dirty="0">
              <a:solidFill>
                <a:schemeClr val="accent2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</p:txBody>
      </p:sp>
      <p:sp>
        <p:nvSpPr>
          <p:cNvPr id="1542" name="Google Shape;1542;p57">
            <a:extLst>
              <a:ext uri="{FF2B5EF4-FFF2-40B4-BE49-F238E27FC236}">
                <a16:creationId xmlns:a16="http://schemas.microsoft.com/office/drawing/2014/main" id="{8BF68645-BF38-981B-F59E-17E58A565D0C}"/>
              </a:ext>
            </a:extLst>
          </p:cNvPr>
          <p:cNvSpPr txBox="1"/>
          <p:nvPr/>
        </p:nvSpPr>
        <p:spPr>
          <a:xfrm flipH="1">
            <a:off x="5038475" y="2104244"/>
            <a:ext cx="21432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4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rPr>
              <a:t>Tableau</a:t>
            </a:r>
            <a:endParaRPr sz="1800" dirty="0">
              <a:solidFill>
                <a:schemeClr val="accent4"/>
              </a:solidFill>
              <a:latin typeface="Encode Sans Semi Expanded ExtraBold"/>
              <a:ea typeface="Encode Sans Semi Expanded ExtraBold"/>
              <a:cs typeface="Encode Sans Semi Expanded ExtraBold"/>
              <a:sym typeface="Encode Sans Semi Expanded ExtraBold"/>
            </a:endParaRPr>
          </a:p>
        </p:txBody>
      </p:sp>
      <p:sp>
        <p:nvSpPr>
          <p:cNvPr id="1543" name="Google Shape;1543;p57">
            <a:extLst>
              <a:ext uri="{FF2B5EF4-FFF2-40B4-BE49-F238E27FC236}">
                <a16:creationId xmlns:a16="http://schemas.microsoft.com/office/drawing/2014/main" id="{1027F495-9748-2F11-D13F-7E6D8186074D}"/>
              </a:ext>
            </a:extLst>
          </p:cNvPr>
          <p:cNvSpPr txBox="1"/>
          <p:nvPr/>
        </p:nvSpPr>
        <p:spPr>
          <a:xfrm flipH="1">
            <a:off x="5038486" y="1522699"/>
            <a:ext cx="2143200" cy="5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Dashboard for drilling down into details</a:t>
            </a:r>
            <a:endParaRPr dirty="0">
              <a:solidFill>
                <a:schemeClr val="accent2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</p:txBody>
      </p:sp>
      <p:sp>
        <p:nvSpPr>
          <p:cNvPr id="1546" name="Google Shape;1546;p57">
            <a:extLst>
              <a:ext uri="{FF2B5EF4-FFF2-40B4-BE49-F238E27FC236}">
                <a16:creationId xmlns:a16="http://schemas.microsoft.com/office/drawing/2014/main" id="{A4273B82-DCDF-8933-F6D9-CB2B5BE2FBBA}"/>
              </a:ext>
            </a:extLst>
          </p:cNvPr>
          <p:cNvSpPr txBox="1"/>
          <p:nvPr/>
        </p:nvSpPr>
        <p:spPr>
          <a:xfrm>
            <a:off x="2385660" y="2720029"/>
            <a:ext cx="734700" cy="447600"/>
          </a:xfrm>
          <a:prstGeom prst="rect">
            <a:avLst/>
          </a:prstGeom>
          <a:solidFill>
            <a:srgbClr val="0B2F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rPr>
              <a:t>01</a:t>
            </a:r>
            <a:endParaRPr sz="2400">
              <a:solidFill>
                <a:srgbClr val="FFFFFF"/>
              </a:solidFill>
              <a:latin typeface="Encode Sans Semi Expanded ExtraBold"/>
              <a:ea typeface="Encode Sans Semi Expanded ExtraBold"/>
              <a:cs typeface="Encode Sans Semi Expanded ExtraBold"/>
              <a:sym typeface="Encode Sans Semi Expanded ExtraBold"/>
            </a:endParaRPr>
          </a:p>
        </p:txBody>
      </p:sp>
      <p:sp>
        <p:nvSpPr>
          <p:cNvPr id="1547" name="Google Shape;1547;p57">
            <a:extLst>
              <a:ext uri="{FF2B5EF4-FFF2-40B4-BE49-F238E27FC236}">
                <a16:creationId xmlns:a16="http://schemas.microsoft.com/office/drawing/2014/main" id="{865DFFCF-8D9C-D0E2-6481-187D3B376197}"/>
              </a:ext>
            </a:extLst>
          </p:cNvPr>
          <p:cNvSpPr txBox="1"/>
          <p:nvPr/>
        </p:nvSpPr>
        <p:spPr>
          <a:xfrm>
            <a:off x="4062211" y="2720029"/>
            <a:ext cx="734700" cy="447600"/>
          </a:xfrm>
          <a:prstGeom prst="rect">
            <a:avLst/>
          </a:prstGeom>
          <a:solidFill>
            <a:srgbClr val="0B2F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rPr>
              <a:t>02</a:t>
            </a:r>
            <a:endParaRPr sz="2400">
              <a:solidFill>
                <a:srgbClr val="FFFFFF"/>
              </a:solidFill>
              <a:latin typeface="Encode Sans Semi Expanded ExtraBold"/>
              <a:ea typeface="Encode Sans Semi Expanded ExtraBold"/>
              <a:cs typeface="Encode Sans Semi Expanded ExtraBold"/>
              <a:sym typeface="Encode Sans Semi Expanded ExtraBold"/>
            </a:endParaRPr>
          </a:p>
        </p:txBody>
      </p:sp>
      <p:sp>
        <p:nvSpPr>
          <p:cNvPr id="1548" name="Google Shape;1548;p57">
            <a:extLst>
              <a:ext uri="{FF2B5EF4-FFF2-40B4-BE49-F238E27FC236}">
                <a16:creationId xmlns:a16="http://schemas.microsoft.com/office/drawing/2014/main" id="{A11864BC-DE08-D952-46BB-5AE6726D7EC9}"/>
              </a:ext>
            </a:extLst>
          </p:cNvPr>
          <p:cNvSpPr txBox="1"/>
          <p:nvPr/>
        </p:nvSpPr>
        <p:spPr>
          <a:xfrm>
            <a:off x="5744707" y="2720029"/>
            <a:ext cx="734700" cy="447600"/>
          </a:xfrm>
          <a:prstGeom prst="rect">
            <a:avLst/>
          </a:prstGeom>
          <a:solidFill>
            <a:srgbClr val="0B2F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rPr>
              <a:t>03</a:t>
            </a:r>
            <a:endParaRPr sz="2400">
              <a:solidFill>
                <a:srgbClr val="FFFFFF"/>
              </a:solidFill>
              <a:latin typeface="Encode Sans Semi Expanded ExtraBold"/>
              <a:ea typeface="Encode Sans Semi Expanded ExtraBold"/>
              <a:cs typeface="Encode Sans Semi Expanded ExtraBold"/>
              <a:sym typeface="Encode Sans Semi Expanded ExtraBold"/>
            </a:endParaRPr>
          </a:p>
        </p:txBody>
      </p:sp>
      <p:cxnSp>
        <p:nvCxnSpPr>
          <p:cNvPr id="1550" name="Google Shape;1550;p57">
            <a:extLst>
              <a:ext uri="{FF2B5EF4-FFF2-40B4-BE49-F238E27FC236}">
                <a16:creationId xmlns:a16="http://schemas.microsoft.com/office/drawing/2014/main" id="{8C705DBF-4364-CBEC-833E-F5F6D5C6AE83}"/>
              </a:ext>
            </a:extLst>
          </p:cNvPr>
          <p:cNvCxnSpPr>
            <a:stCxn id="1546" idx="3"/>
            <a:endCxn id="1547" idx="1"/>
          </p:cNvCxnSpPr>
          <p:nvPr/>
        </p:nvCxnSpPr>
        <p:spPr>
          <a:xfrm>
            <a:off x="3120360" y="2943829"/>
            <a:ext cx="9420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51" name="Google Shape;1551;p57">
            <a:extLst>
              <a:ext uri="{FF2B5EF4-FFF2-40B4-BE49-F238E27FC236}">
                <a16:creationId xmlns:a16="http://schemas.microsoft.com/office/drawing/2014/main" id="{212FD552-15B3-8BE5-E1B7-70EEA05D0759}"/>
              </a:ext>
            </a:extLst>
          </p:cNvPr>
          <p:cNvCxnSpPr>
            <a:stCxn id="1547" idx="3"/>
            <a:endCxn id="1548" idx="1"/>
          </p:cNvCxnSpPr>
          <p:nvPr/>
        </p:nvCxnSpPr>
        <p:spPr>
          <a:xfrm>
            <a:off x="4796911" y="2943829"/>
            <a:ext cx="9477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526551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0">
          <a:extLst>
            <a:ext uri="{FF2B5EF4-FFF2-40B4-BE49-F238E27FC236}">
              <a16:creationId xmlns:a16="http://schemas.microsoft.com/office/drawing/2014/main" id="{A1110743-2135-3696-8E60-10DD1B1BC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1" name="Google Shape;1621;p61">
            <a:extLst>
              <a:ext uri="{FF2B5EF4-FFF2-40B4-BE49-F238E27FC236}">
                <a16:creationId xmlns:a16="http://schemas.microsoft.com/office/drawing/2014/main" id="{89B028A7-7AA6-F7D0-0B8C-07E1BD80F685}"/>
              </a:ext>
            </a:extLst>
          </p:cNvPr>
          <p:cNvSpPr/>
          <p:nvPr/>
        </p:nvSpPr>
        <p:spPr>
          <a:xfrm>
            <a:off x="940800" y="532650"/>
            <a:ext cx="7262400" cy="4078200"/>
          </a:xfrm>
          <a:prstGeom prst="rect">
            <a:avLst/>
          </a:prstGeom>
          <a:solidFill>
            <a:srgbClr val="FFFFFF">
              <a:alpha val="844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2" name="Google Shape;1622;p61">
            <a:extLst>
              <a:ext uri="{FF2B5EF4-FFF2-40B4-BE49-F238E27FC236}">
                <a16:creationId xmlns:a16="http://schemas.microsoft.com/office/drawing/2014/main" id="{D5AAE7BF-FC53-B46A-98A6-3E16414DE1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76450" y="2503225"/>
            <a:ext cx="43911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Findings</a:t>
            </a:r>
            <a:endParaRPr dirty="0"/>
          </a:p>
        </p:txBody>
      </p:sp>
      <p:sp>
        <p:nvSpPr>
          <p:cNvPr id="1623" name="Google Shape;1623;p61">
            <a:extLst>
              <a:ext uri="{FF2B5EF4-FFF2-40B4-BE49-F238E27FC236}">
                <a16:creationId xmlns:a16="http://schemas.microsoft.com/office/drawing/2014/main" id="{10D59884-8A35-E02D-5826-67C5DAD7042F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977700" y="1438356"/>
            <a:ext cx="1188600" cy="82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68216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3">
          <a:extLst>
            <a:ext uri="{FF2B5EF4-FFF2-40B4-BE49-F238E27FC236}">
              <a16:creationId xmlns:a16="http://schemas.microsoft.com/office/drawing/2014/main" id="{131BE06C-072E-74CF-F568-2EEFBA95D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0" name="Google Shape;1450;p53">
            <a:extLst>
              <a:ext uri="{FF2B5EF4-FFF2-40B4-BE49-F238E27FC236}">
                <a16:creationId xmlns:a16="http://schemas.microsoft.com/office/drawing/2014/main" id="{880804DF-BD9E-B3B8-3490-35996815A35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0001" y="1122556"/>
            <a:ext cx="2736878" cy="35759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Correlation between </a:t>
            </a:r>
            <a:r>
              <a:rPr lang="en-US" b="1" dirty="0"/>
              <a:t>charge markup percentage </a:t>
            </a:r>
            <a:r>
              <a:rPr lang="en-US" dirty="0"/>
              <a:t>and </a:t>
            </a:r>
            <a:r>
              <a:rPr lang="en-US" b="1" dirty="0"/>
              <a:t>mortality</a:t>
            </a:r>
            <a:r>
              <a:rPr lang="en-US" dirty="0"/>
              <a:t> is a negligible </a:t>
            </a:r>
            <a:r>
              <a:rPr lang="en-US" b="1" dirty="0"/>
              <a:t>−0.14</a:t>
            </a:r>
            <a:r>
              <a:rPr lang="en-US" dirty="0"/>
              <a:t>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b="1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Correlation between </a:t>
            </a:r>
            <a:r>
              <a:rPr lang="en-US" b="1" dirty="0"/>
              <a:t>charge markup percentage </a:t>
            </a:r>
            <a:r>
              <a:rPr lang="en-US" dirty="0"/>
              <a:t>and </a:t>
            </a:r>
            <a:r>
              <a:rPr lang="en-US" b="1" dirty="0"/>
              <a:t>readmissions</a:t>
            </a:r>
            <a:r>
              <a:rPr lang="en-US" dirty="0"/>
              <a:t> is a similar </a:t>
            </a:r>
            <a:r>
              <a:rPr lang="en-US" b="1" dirty="0"/>
              <a:t>0.15</a:t>
            </a:r>
            <a:r>
              <a:rPr lang="en-US" dirty="0"/>
              <a:t>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/>
              <a:t>Costs </a:t>
            </a:r>
            <a:r>
              <a:rPr lang="en-US" dirty="0"/>
              <a:t>and </a:t>
            </a:r>
            <a:r>
              <a:rPr lang="en-US" b="1" dirty="0"/>
              <a:t>charges</a:t>
            </a:r>
            <a:r>
              <a:rPr lang="en-US" dirty="0"/>
              <a:t> show almost </a:t>
            </a:r>
            <a:r>
              <a:rPr lang="en-US" b="1" dirty="0"/>
              <a:t>no correlation </a:t>
            </a:r>
            <a:r>
              <a:rPr lang="en-US" dirty="0"/>
              <a:t>to </a:t>
            </a:r>
            <a:r>
              <a:rPr lang="en-US" b="1" dirty="0"/>
              <a:t>mortality or readmissions.</a:t>
            </a:r>
            <a:endParaRPr dirty="0"/>
          </a:p>
        </p:txBody>
      </p:sp>
      <p:sp>
        <p:nvSpPr>
          <p:cNvPr id="2" name="Google Shape;1537;p57">
            <a:extLst>
              <a:ext uri="{FF2B5EF4-FFF2-40B4-BE49-F238E27FC236}">
                <a16:creationId xmlns:a16="http://schemas.microsoft.com/office/drawing/2014/main" id="{DD933BD6-4078-4EF9-3B06-B9285DAA4A4D}"/>
              </a:ext>
            </a:extLst>
          </p:cNvPr>
          <p:cNvSpPr txBox="1">
            <a:spLocks/>
          </p:cNvSpPr>
          <p:nvPr/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9pPr>
          </a:lstStyle>
          <a:p>
            <a:r>
              <a:rPr lang="en-US" sz="2200" dirty="0"/>
              <a:t>Finding 1: Price is Decoupled from Clinical Safety</a:t>
            </a:r>
          </a:p>
        </p:txBody>
      </p:sp>
      <p:pic>
        <p:nvPicPr>
          <p:cNvPr id="4" name="Picture 3" descr="Heatmap chart showing correlation coefficients comparing costs, charges, and charge markup percentage with quality outcome indicators (readmissions, mortality, and overall hospital rating from patients).">
            <a:extLst>
              <a:ext uri="{FF2B5EF4-FFF2-40B4-BE49-F238E27FC236}">
                <a16:creationId xmlns:a16="http://schemas.microsoft.com/office/drawing/2014/main" id="{81D0FE7B-0D5F-75F1-B086-C3CA278D4A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54485" y="1122555"/>
            <a:ext cx="5200557" cy="3293327"/>
          </a:xfrm>
          <a:prstGeom prst="rect">
            <a:avLst/>
          </a:prstGeom>
          <a:ln>
            <a:solidFill>
              <a:schemeClr val="bg1">
                <a:lumMod val="1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012717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4">
          <a:extLst>
            <a:ext uri="{FF2B5EF4-FFF2-40B4-BE49-F238E27FC236}">
              <a16:creationId xmlns:a16="http://schemas.microsoft.com/office/drawing/2014/main" id="{CECF130F-3FD7-B1EA-EFED-7C660CD14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Google Shape;1458;p54">
            <a:extLst>
              <a:ext uri="{FF2B5EF4-FFF2-40B4-BE49-F238E27FC236}">
                <a16:creationId xmlns:a16="http://schemas.microsoft.com/office/drawing/2014/main" id="{6AA10058-379D-8D9C-13BC-28C7F6AD6A0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716859" y="948895"/>
            <a:ext cx="2707141" cy="35130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buFont typeface="Wingdings" panose="05000000000000000000" pitchFamily="2" charset="2"/>
              <a:buChar char="v"/>
            </a:pPr>
            <a:r>
              <a:rPr lang="en" b="1" dirty="0"/>
              <a:t>Higher markups </a:t>
            </a:r>
            <a:r>
              <a:rPr lang="en" dirty="0"/>
              <a:t>are more closely linked to </a:t>
            </a:r>
            <a:r>
              <a:rPr lang="en" b="1" dirty="0"/>
              <a:t>worse patient satisfaction </a:t>
            </a:r>
            <a:r>
              <a:rPr lang="en" dirty="0"/>
              <a:t>scores. This is especially true of </a:t>
            </a:r>
            <a:r>
              <a:rPr lang="en" b="1" dirty="0"/>
              <a:t>doctor communication </a:t>
            </a:r>
            <a:r>
              <a:rPr lang="en" dirty="0"/>
              <a:t>and </a:t>
            </a:r>
            <a:r>
              <a:rPr lang="en" b="1" dirty="0"/>
              <a:t>discharge information </a:t>
            </a:r>
            <a:r>
              <a:rPr lang="en" dirty="0"/>
              <a:t>with </a:t>
            </a:r>
            <a:r>
              <a:rPr lang="en" b="1" dirty="0"/>
              <a:t>-0.38 </a:t>
            </a:r>
            <a:r>
              <a:rPr lang="en" dirty="0"/>
              <a:t>and </a:t>
            </a:r>
            <a:r>
              <a:rPr lang="en" b="1" dirty="0"/>
              <a:t>-0.36 </a:t>
            </a:r>
            <a:r>
              <a:rPr lang="en" dirty="0"/>
              <a:t>correlation to charge markup percentages, respectively. </a:t>
            </a:r>
          </a:p>
          <a:p>
            <a:pPr marL="171450" lvl="0" indent="-171450">
              <a:buFont typeface="Wingdings" panose="05000000000000000000" pitchFamily="2" charset="2"/>
              <a:buChar char="v"/>
            </a:pPr>
            <a:endParaRPr lang="en" dirty="0"/>
          </a:p>
          <a:p>
            <a:pPr marL="171450" lvl="0" indent="-171450">
              <a:buFont typeface="Wingdings" panose="05000000000000000000" pitchFamily="2" charset="2"/>
              <a:buChar char="v"/>
            </a:pPr>
            <a:r>
              <a:rPr lang="en" b="1" dirty="0"/>
              <a:t>Costs </a:t>
            </a:r>
            <a:r>
              <a:rPr lang="en" dirty="0"/>
              <a:t>per discharge have some correlation with higher patient ratings while </a:t>
            </a:r>
            <a:r>
              <a:rPr lang="en" b="1" dirty="0"/>
              <a:t>charges</a:t>
            </a:r>
            <a:r>
              <a:rPr lang="en" dirty="0"/>
              <a:t> per discharge have only a slight correlation.</a:t>
            </a:r>
            <a:endParaRPr dirty="0"/>
          </a:p>
        </p:txBody>
      </p:sp>
      <p:sp>
        <p:nvSpPr>
          <p:cNvPr id="2" name="Google Shape;1537;p57">
            <a:extLst>
              <a:ext uri="{FF2B5EF4-FFF2-40B4-BE49-F238E27FC236}">
                <a16:creationId xmlns:a16="http://schemas.microsoft.com/office/drawing/2014/main" id="{1E2628B5-61A1-5819-7DE6-8C29FDB922DD}"/>
              </a:ext>
            </a:extLst>
          </p:cNvPr>
          <p:cNvSpPr txBox="1">
            <a:spLocks/>
          </p:cNvSpPr>
          <p:nvPr/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9pPr>
          </a:lstStyle>
          <a:p>
            <a:r>
              <a:rPr lang="en-US" sz="2100" dirty="0"/>
              <a:t>Finding 1 (cont.): Price is Bad for Patient Experience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EB0C65-1AF6-D5FF-4B46-5039DD1A9B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20000" y="1053009"/>
            <a:ext cx="4996859" cy="3510233"/>
          </a:xfrm>
          <a:prstGeom prst="rect">
            <a:avLst/>
          </a:prstGeom>
          <a:ln>
            <a:solidFill>
              <a:schemeClr val="bg1">
                <a:lumMod val="1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068911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7">
          <a:extLst>
            <a:ext uri="{FF2B5EF4-FFF2-40B4-BE49-F238E27FC236}">
              <a16:creationId xmlns:a16="http://schemas.microsoft.com/office/drawing/2014/main" id="{F1D73688-C480-2FD1-215B-93A3C0A33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0" name="Google Shape;1740;p70">
            <a:extLst>
              <a:ext uri="{FF2B5EF4-FFF2-40B4-BE49-F238E27FC236}">
                <a16:creationId xmlns:a16="http://schemas.microsoft.com/office/drawing/2014/main" id="{0E0EC8A4-EB8B-D8D1-2185-F3DF9D2CA194}"/>
              </a:ext>
            </a:extLst>
          </p:cNvPr>
          <p:cNvGrpSpPr/>
          <p:nvPr/>
        </p:nvGrpSpPr>
        <p:grpSpPr>
          <a:xfrm>
            <a:off x="936066" y="2936175"/>
            <a:ext cx="3179213" cy="1483431"/>
            <a:chOff x="1332475" y="2659950"/>
            <a:chExt cx="3179213" cy="1483431"/>
          </a:xfrm>
        </p:grpSpPr>
        <p:sp>
          <p:nvSpPr>
            <p:cNvPr id="1741" name="Google Shape;1741;p70">
              <a:extLst>
                <a:ext uri="{FF2B5EF4-FFF2-40B4-BE49-F238E27FC236}">
                  <a16:creationId xmlns:a16="http://schemas.microsoft.com/office/drawing/2014/main" id="{A7161B96-58D1-07C4-D2E7-8469ADD62A66}"/>
                </a:ext>
              </a:extLst>
            </p:cNvPr>
            <p:cNvSpPr/>
            <p:nvPr/>
          </p:nvSpPr>
          <p:spPr>
            <a:xfrm>
              <a:off x="1437926" y="3430457"/>
              <a:ext cx="69964" cy="705512"/>
            </a:xfrm>
            <a:custGeom>
              <a:avLst/>
              <a:gdLst/>
              <a:ahLst/>
              <a:cxnLst/>
              <a:rect l="l" t="t" r="r" b="b"/>
              <a:pathLst>
                <a:path w="2143" h="21610" extrusionOk="0">
                  <a:moveTo>
                    <a:pt x="1279" y="0"/>
                  </a:moveTo>
                  <a:cubicBezTo>
                    <a:pt x="748" y="0"/>
                    <a:pt x="109" y="165"/>
                    <a:pt x="109" y="165"/>
                  </a:cubicBezTo>
                  <a:cubicBezTo>
                    <a:pt x="16" y="3459"/>
                    <a:pt x="67" y="19959"/>
                    <a:pt x="0" y="21313"/>
                  </a:cubicBezTo>
                  <a:cubicBezTo>
                    <a:pt x="58" y="21521"/>
                    <a:pt x="644" y="21610"/>
                    <a:pt x="1187" y="21610"/>
                  </a:cubicBezTo>
                  <a:cubicBezTo>
                    <a:pt x="1673" y="21610"/>
                    <a:pt x="2125" y="21538"/>
                    <a:pt x="2131" y="21417"/>
                  </a:cubicBezTo>
                  <a:cubicBezTo>
                    <a:pt x="2142" y="21157"/>
                    <a:pt x="1940" y="1095"/>
                    <a:pt x="1975" y="385"/>
                  </a:cubicBezTo>
                  <a:cubicBezTo>
                    <a:pt x="1989" y="87"/>
                    <a:pt x="1662" y="0"/>
                    <a:pt x="12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70">
              <a:extLst>
                <a:ext uri="{FF2B5EF4-FFF2-40B4-BE49-F238E27FC236}">
                  <a16:creationId xmlns:a16="http://schemas.microsoft.com/office/drawing/2014/main" id="{DE5ED69A-77C5-ACE8-9248-447FD339167E}"/>
                </a:ext>
              </a:extLst>
            </p:cNvPr>
            <p:cNvSpPr/>
            <p:nvPr/>
          </p:nvSpPr>
          <p:spPr>
            <a:xfrm>
              <a:off x="1866227" y="3416027"/>
              <a:ext cx="88834" cy="705382"/>
            </a:xfrm>
            <a:custGeom>
              <a:avLst/>
              <a:gdLst/>
              <a:ahLst/>
              <a:cxnLst/>
              <a:rect l="l" t="t" r="r" b="b"/>
              <a:pathLst>
                <a:path w="2721" h="21606" extrusionOk="0">
                  <a:moveTo>
                    <a:pt x="1243" y="1"/>
                  </a:moveTo>
                  <a:cubicBezTo>
                    <a:pt x="699" y="1"/>
                    <a:pt x="1" y="206"/>
                    <a:pt x="1" y="206"/>
                  </a:cubicBezTo>
                  <a:cubicBezTo>
                    <a:pt x="16" y="3502"/>
                    <a:pt x="606" y="19990"/>
                    <a:pt x="586" y="21346"/>
                  </a:cubicBezTo>
                  <a:cubicBezTo>
                    <a:pt x="644" y="21531"/>
                    <a:pt x="1128" y="21606"/>
                    <a:pt x="1619" y="21606"/>
                  </a:cubicBezTo>
                  <a:cubicBezTo>
                    <a:pt x="2163" y="21606"/>
                    <a:pt x="2716" y="21514"/>
                    <a:pt x="2718" y="21378"/>
                  </a:cubicBezTo>
                  <a:cubicBezTo>
                    <a:pt x="2721" y="21121"/>
                    <a:pt x="1864" y="1075"/>
                    <a:pt x="1874" y="364"/>
                  </a:cubicBezTo>
                  <a:cubicBezTo>
                    <a:pt x="1877" y="86"/>
                    <a:pt x="1592" y="1"/>
                    <a:pt x="12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70">
              <a:extLst>
                <a:ext uri="{FF2B5EF4-FFF2-40B4-BE49-F238E27FC236}">
                  <a16:creationId xmlns:a16="http://schemas.microsoft.com/office/drawing/2014/main" id="{9D7E6B1F-FA52-6294-7056-2E5CEF8E380C}"/>
                </a:ext>
              </a:extLst>
            </p:cNvPr>
            <p:cNvSpPr/>
            <p:nvPr/>
          </p:nvSpPr>
          <p:spPr>
            <a:xfrm>
              <a:off x="4308053" y="3405580"/>
              <a:ext cx="88050" cy="691964"/>
            </a:xfrm>
            <a:custGeom>
              <a:avLst/>
              <a:gdLst/>
              <a:ahLst/>
              <a:cxnLst/>
              <a:rect l="l" t="t" r="r" b="b"/>
              <a:pathLst>
                <a:path w="2697" h="21195" extrusionOk="0">
                  <a:moveTo>
                    <a:pt x="1907" y="1"/>
                  </a:moveTo>
                  <a:lnTo>
                    <a:pt x="39" y="297"/>
                  </a:lnTo>
                  <a:cubicBezTo>
                    <a:pt x="0" y="1960"/>
                    <a:pt x="362" y="20039"/>
                    <a:pt x="374" y="20770"/>
                  </a:cubicBezTo>
                  <a:cubicBezTo>
                    <a:pt x="379" y="21083"/>
                    <a:pt x="758" y="21195"/>
                    <a:pt x="1201" y="21195"/>
                  </a:cubicBezTo>
                  <a:cubicBezTo>
                    <a:pt x="1794" y="21195"/>
                    <a:pt x="2501" y="20993"/>
                    <a:pt x="2572" y="20802"/>
                  </a:cubicBezTo>
                  <a:cubicBezTo>
                    <a:pt x="2696" y="20467"/>
                    <a:pt x="1907" y="1"/>
                    <a:pt x="190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70">
              <a:extLst>
                <a:ext uri="{FF2B5EF4-FFF2-40B4-BE49-F238E27FC236}">
                  <a16:creationId xmlns:a16="http://schemas.microsoft.com/office/drawing/2014/main" id="{0C05BF0E-0F2E-E053-489E-197D901A2798}"/>
                </a:ext>
              </a:extLst>
            </p:cNvPr>
            <p:cNvSpPr/>
            <p:nvPr/>
          </p:nvSpPr>
          <p:spPr>
            <a:xfrm>
              <a:off x="3930323" y="3425332"/>
              <a:ext cx="69996" cy="718049"/>
            </a:xfrm>
            <a:custGeom>
              <a:avLst/>
              <a:gdLst/>
              <a:ahLst/>
              <a:cxnLst/>
              <a:rect l="l" t="t" r="r" b="b"/>
              <a:pathLst>
                <a:path w="2144" h="21994" extrusionOk="0">
                  <a:moveTo>
                    <a:pt x="1372" y="0"/>
                  </a:moveTo>
                  <a:cubicBezTo>
                    <a:pt x="843" y="0"/>
                    <a:pt x="207" y="165"/>
                    <a:pt x="207" y="165"/>
                  </a:cubicBezTo>
                  <a:cubicBezTo>
                    <a:pt x="100" y="3518"/>
                    <a:pt x="71" y="20310"/>
                    <a:pt x="1" y="21690"/>
                  </a:cubicBezTo>
                  <a:cubicBezTo>
                    <a:pt x="58" y="21902"/>
                    <a:pt x="650" y="21994"/>
                    <a:pt x="1195" y="21994"/>
                  </a:cubicBezTo>
                  <a:cubicBezTo>
                    <a:pt x="1678" y="21994"/>
                    <a:pt x="2124" y="21922"/>
                    <a:pt x="2130" y="21799"/>
                  </a:cubicBezTo>
                  <a:cubicBezTo>
                    <a:pt x="2144" y="21537"/>
                    <a:pt x="2036" y="1116"/>
                    <a:pt x="2073" y="393"/>
                  </a:cubicBezTo>
                  <a:cubicBezTo>
                    <a:pt x="2089" y="88"/>
                    <a:pt x="1759" y="0"/>
                    <a:pt x="13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70">
              <a:extLst>
                <a:ext uri="{FF2B5EF4-FFF2-40B4-BE49-F238E27FC236}">
                  <a16:creationId xmlns:a16="http://schemas.microsoft.com/office/drawing/2014/main" id="{87EFAD22-EDB0-C4F1-AB46-67BFF20B63F3}"/>
                </a:ext>
              </a:extLst>
            </p:cNvPr>
            <p:cNvSpPr/>
            <p:nvPr/>
          </p:nvSpPr>
          <p:spPr>
            <a:xfrm>
              <a:off x="1332475" y="3321089"/>
              <a:ext cx="3176373" cy="169636"/>
            </a:xfrm>
            <a:custGeom>
              <a:avLst/>
              <a:gdLst/>
              <a:ahLst/>
              <a:cxnLst/>
              <a:rect l="l" t="t" r="r" b="b"/>
              <a:pathLst>
                <a:path w="97293" h="5196" extrusionOk="0">
                  <a:moveTo>
                    <a:pt x="96878" y="1"/>
                  </a:moveTo>
                  <a:lnTo>
                    <a:pt x="14943" y="121"/>
                  </a:lnTo>
                  <a:cubicBezTo>
                    <a:pt x="14943" y="121"/>
                    <a:pt x="339" y="305"/>
                    <a:pt x="77" y="625"/>
                  </a:cubicBezTo>
                  <a:cubicBezTo>
                    <a:pt x="0" y="1852"/>
                    <a:pt x="166" y="4762"/>
                    <a:pt x="359" y="4892"/>
                  </a:cubicBezTo>
                  <a:cubicBezTo>
                    <a:pt x="504" y="4992"/>
                    <a:pt x="3829" y="5195"/>
                    <a:pt x="7342" y="5195"/>
                  </a:cubicBezTo>
                  <a:cubicBezTo>
                    <a:pt x="8474" y="5195"/>
                    <a:pt x="9625" y="5174"/>
                    <a:pt x="10696" y="5122"/>
                  </a:cubicBezTo>
                  <a:cubicBezTo>
                    <a:pt x="14311" y="4944"/>
                    <a:pt x="25844" y="4841"/>
                    <a:pt x="33093" y="4841"/>
                  </a:cubicBezTo>
                  <a:cubicBezTo>
                    <a:pt x="34656" y="4841"/>
                    <a:pt x="36019" y="4846"/>
                    <a:pt x="37061" y="4856"/>
                  </a:cubicBezTo>
                  <a:cubicBezTo>
                    <a:pt x="42718" y="4909"/>
                    <a:pt x="69912" y="5110"/>
                    <a:pt x="76276" y="5110"/>
                  </a:cubicBezTo>
                  <a:cubicBezTo>
                    <a:pt x="76526" y="5110"/>
                    <a:pt x="76744" y="5110"/>
                    <a:pt x="76927" y="5109"/>
                  </a:cubicBezTo>
                  <a:cubicBezTo>
                    <a:pt x="77329" y="5108"/>
                    <a:pt x="77728" y="5107"/>
                    <a:pt x="78124" y="5107"/>
                  </a:cubicBezTo>
                  <a:cubicBezTo>
                    <a:pt x="80972" y="5107"/>
                    <a:pt x="83661" y="5142"/>
                    <a:pt x="86041" y="5142"/>
                  </a:cubicBezTo>
                  <a:cubicBezTo>
                    <a:pt x="87322" y="5142"/>
                    <a:pt x="88514" y="5132"/>
                    <a:pt x="89594" y="5101"/>
                  </a:cubicBezTo>
                  <a:cubicBezTo>
                    <a:pt x="92954" y="5004"/>
                    <a:pt x="97158" y="4592"/>
                    <a:pt x="97225" y="4269"/>
                  </a:cubicBezTo>
                  <a:cubicBezTo>
                    <a:pt x="97293" y="3946"/>
                    <a:pt x="96878" y="1"/>
                    <a:pt x="9687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70">
              <a:extLst>
                <a:ext uri="{FF2B5EF4-FFF2-40B4-BE49-F238E27FC236}">
                  <a16:creationId xmlns:a16="http://schemas.microsoft.com/office/drawing/2014/main" id="{2C0EB264-4188-4C0C-4E9E-E42556D4E630}"/>
                </a:ext>
              </a:extLst>
            </p:cNvPr>
            <p:cNvSpPr/>
            <p:nvPr/>
          </p:nvSpPr>
          <p:spPr>
            <a:xfrm>
              <a:off x="1353728" y="2659950"/>
              <a:ext cx="3157960" cy="726831"/>
            </a:xfrm>
            <a:custGeom>
              <a:avLst/>
              <a:gdLst/>
              <a:ahLst/>
              <a:cxnLst/>
              <a:rect l="l" t="t" r="r" b="b"/>
              <a:pathLst>
                <a:path w="96729" h="22263" extrusionOk="0">
                  <a:moveTo>
                    <a:pt x="7934" y="158"/>
                  </a:moveTo>
                  <a:cubicBezTo>
                    <a:pt x="7670" y="158"/>
                    <a:pt x="7402" y="159"/>
                    <a:pt x="7131" y="161"/>
                  </a:cubicBezTo>
                  <a:cubicBezTo>
                    <a:pt x="2867" y="192"/>
                    <a:pt x="1323" y="1"/>
                    <a:pt x="657" y="1790"/>
                  </a:cubicBezTo>
                  <a:cubicBezTo>
                    <a:pt x="1" y="3552"/>
                    <a:pt x="1273" y="5606"/>
                    <a:pt x="3385" y="8142"/>
                  </a:cubicBezTo>
                  <a:cubicBezTo>
                    <a:pt x="5497" y="10678"/>
                    <a:pt x="7860" y="14123"/>
                    <a:pt x="9842" y="16788"/>
                  </a:cubicBezTo>
                  <a:cubicBezTo>
                    <a:pt x="11824" y="19453"/>
                    <a:pt x="12977" y="20689"/>
                    <a:pt x="15619" y="21616"/>
                  </a:cubicBezTo>
                  <a:cubicBezTo>
                    <a:pt x="17056" y="22119"/>
                    <a:pt x="18953" y="22262"/>
                    <a:pt x="20957" y="22262"/>
                  </a:cubicBezTo>
                  <a:cubicBezTo>
                    <a:pt x="22640" y="22262"/>
                    <a:pt x="24397" y="22161"/>
                    <a:pt x="26019" y="22086"/>
                  </a:cubicBezTo>
                  <a:cubicBezTo>
                    <a:pt x="27401" y="22022"/>
                    <a:pt x="28851" y="22007"/>
                    <a:pt x="30365" y="22007"/>
                  </a:cubicBezTo>
                  <a:cubicBezTo>
                    <a:pt x="31718" y="22007"/>
                    <a:pt x="33122" y="22019"/>
                    <a:pt x="34576" y="22019"/>
                  </a:cubicBezTo>
                  <a:cubicBezTo>
                    <a:pt x="35681" y="22019"/>
                    <a:pt x="36814" y="22012"/>
                    <a:pt x="37974" y="21987"/>
                  </a:cubicBezTo>
                  <a:cubicBezTo>
                    <a:pt x="40989" y="21922"/>
                    <a:pt x="56142" y="21862"/>
                    <a:pt x="66588" y="21862"/>
                  </a:cubicBezTo>
                  <a:cubicBezTo>
                    <a:pt x="71367" y="21862"/>
                    <a:pt x="75160" y="21875"/>
                    <a:pt x="76357" y="21905"/>
                  </a:cubicBezTo>
                  <a:cubicBezTo>
                    <a:pt x="76778" y="21915"/>
                    <a:pt x="77255" y="21921"/>
                    <a:pt x="77780" y="21921"/>
                  </a:cubicBezTo>
                  <a:cubicBezTo>
                    <a:pt x="82010" y="21921"/>
                    <a:pt x="89328" y="21570"/>
                    <a:pt x="94911" y="20695"/>
                  </a:cubicBezTo>
                  <a:cubicBezTo>
                    <a:pt x="96728" y="19675"/>
                    <a:pt x="95853" y="16051"/>
                    <a:pt x="94759" y="15395"/>
                  </a:cubicBezTo>
                  <a:cubicBezTo>
                    <a:pt x="94116" y="15011"/>
                    <a:pt x="91147" y="14920"/>
                    <a:pt x="88350" y="14920"/>
                  </a:cubicBezTo>
                  <a:cubicBezTo>
                    <a:pt x="86391" y="14920"/>
                    <a:pt x="84515" y="14964"/>
                    <a:pt x="83583" y="14983"/>
                  </a:cubicBezTo>
                  <a:cubicBezTo>
                    <a:pt x="81976" y="15016"/>
                    <a:pt x="69468" y="15093"/>
                    <a:pt x="60046" y="15093"/>
                  </a:cubicBezTo>
                  <a:cubicBezTo>
                    <a:pt x="56210" y="15093"/>
                    <a:pt x="52886" y="15080"/>
                    <a:pt x="51017" y="15047"/>
                  </a:cubicBezTo>
                  <a:cubicBezTo>
                    <a:pt x="48852" y="15008"/>
                    <a:pt x="45923" y="14985"/>
                    <a:pt x="42859" y="14985"/>
                  </a:cubicBezTo>
                  <a:cubicBezTo>
                    <a:pt x="36785" y="14985"/>
                    <a:pt x="30182" y="15076"/>
                    <a:pt x="27947" y="15316"/>
                  </a:cubicBezTo>
                  <a:cubicBezTo>
                    <a:pt x="27178" y="14535"/>
                    <a:pt x="24762" y="9410"/>
                    <a:pt x="22205" y="5901"/>
                  </a:cubicBezTo>
                  <a:cubicBezTo>
                    <a:pt x="19650" y="2392"/>
                    <a:pt x="17783" y="1407"/>
                    <a:pt x="16366" y="879"/>
                  </a:cubicBezTo>
                  <a:cubicBezTo>
                    <a:pt x="15038" y="384"/>
                    <a:pt x="11839" y="158"/>
                    <a:pt x="7934" y="1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70">
              <a:extLst>
                <a:ext uri="{FF2B5EF4-FFF2-40B4-BE49-F238E27FC236}">
                  <a16:creationId xmlns:a16="http://schemas.microsoft.com/office/drawing/2014/main" id="{0E2F2C7A-B099-0627-9152-B60E4705FFE2}"/>
                </a:ext>
              </a:extLst>
            </p:cNvPr>
            <p:cNvSpPr/>
            <p:nvPr/>
          </p:nvSpPr>
          <p:spPr>
            <a:xfrm>
              <a:off x="3146003" y="3207803"/>
              <a:ext cx="844558" cy="160103"/>
            </a:xfrm>
            <a:custGeom>
              <a:avLst/>
              <a:gdLst/>
              <a:ahLst/>
              <a:cxnLst/>
              <a:rect l="l" t="t" r="r" b="b"/>
              <a:pathLst>
                <a:path w="25869" h="4904" extrusionOk="0">
                  <a:moveTo>
                    <a:pt x="23129" y="0"/>
                  </a:moveTo>
                  <a:cubicBezTo>
                    <a:pt x="22822" y="0"/>
                    <a:pt x="22515" y="22"/>
                    <a:pt x="22210" y="37"/>
                  </a:cubicBezTo>
                  <a:cubicBezTo>
                    <a:pt x="21679" y="62"/>
                    <a:pt x="21144" y="65"/>
                    <a:pt x="20612" y="72"/>
                  </a:cubicBezTo>
                  <a:cubicBezTo>
                    <a:pt x="19538" y="89"/>
                    <a:pt x="18464" y="119"/>
                    <a:pt x="17390" y="161"/>
                  </a:cubicBezTo>
                  <a:cubicBezTo>
                    <a:pt x="16307" y="205"/>
                    <a:pt x="15224" y="259"/>
                    <a:pt x="14139" y="273"/>
                  </a:cubicBezTo>
                  <a:cubicBezTo>
                    <a:pt x="13980" y="275"/>
                    <a:pt x="13821" y="276"/>
                    <a:pt x="13662" y="276"/>
                  </a:cubicBezTo>
                  <a:cubicBezTo>
                    <a:pt x="12730" y="276"/>
                    <a:pt x="11797" y="248"/>
                    <a:pt x="10865" y="244"/>
                  </a:cubicBezTo>
                  <a:cubicBezTo>
                    <a:pt x="10416" y="241"/>
                    <a:pt x="9968" y="240"/>
                    <a:pt x="9519" y="240"/>
                  </a:cubicBezTo>
                  <a:cubicBezTo>
                    <a:pt x="8858" y="240"/>
                    <a:pt x="8197" y="242"/>
                    <a:pt x="7536" y="244"/>
                  </a:cubicBezTo>
                  <a:cubicBezTo>
                    <a:pt x="6860" y="245"/>
                    <a:pt x="6183" y="247"/>
                    <a:pt x="5506" y="247"/>
                  </a:cubicBezTo>
                  <a:cubicBezTo>
                    <a:pt x="3990" y="247"/>
                    <a:pt x="2473" y="237"/>
                    <a:pt x="957" y="191"/>
                  </a:cubicBezTo>
                  <a:cubicBezTo>
                    <a:pt x="688" y="183"/>
                    <a:pt x="419" y="174"/>
                    <a:pt x="151" y="164"/>
                  </a:cubicBezTo>
                  <a:cubicBezTo>
                    <a:pt x="149" y="164"/>
                    <a:pt x="147" y="164"/>
                    <a:pt x="146" y="164"/>
                  </a:cubicBezTo>
                  <a:cubicBezTo>
                    <a:pt x="1" y="164"/>
                    <a:pt x="3" y="391"/>
                    <a:pt x="151" y="397"/>
                  </a:cubicBezTo>
                  <a:lnTo>
                    <a:pt x="153" y="398"/>
                  </a:lnTo>
                  <a:cubicBezTo>
                    <a:pt x="1928" y="467"/>
                    <a:pt x="3704" y="482"/>
                    <a:pt x="5481" y="482"/>
                  </a:cubicBezTo>
                  <a:cubicBezTo>
                    <a:pt x="5862" y="482"/>
                    <a:pt x="6243" y="481"/>
                    <a:pt x="6624" y="480"/>
                  </a:cubicBezTo>
                  <a:cubicBezTo>
                    <a:pt x="7346" y="478"/>
                    <a:pt x="8068" y="477"/>
                    <a:pt x="8789" y="477"/>
                  </a:cubicBezTo>
                  <a:cubicBezTo>
                    <a:pt x="10233" y="477"/>
                    <a:pt x="11677" y="483"/>
                    <a:pt x="13121" y="506"/>
                  </a:cubicBezTo>
                  <a:cubicBezTo>
                    <a:pt x="13296" y="508"/>
                    <a:pt x="13472" y="510"/>
                    <a:pt x="13648" y="510"/>
                  </a:cubicBezTo>
                  <a:cubicBezTo>
                    <a:pt x="14529" y="510"/>
                    <a:pt x="15410" y="477"/>
                    <a:pt x="16290" y="440"/>
                  </a:cubicBezTo>
                  <a:cubicBezTo>
                    <a:pt x="17354" y="397"/>
                    <a:pt x="18417" y="372"/>
                    <a:pt x="19480" y="333"/>
                  </a:cubicBezTo>
                  <a:cubicBezTo>
                    <a:pt x="20518" y="295"/>
                    <a:pt x="21557" y="300"/>
                    <a:pt x="22594" y="249"/>
                  </a:cubicBezTo>
                  <a:cubicBezTo>
                    <a:pt x="22758" y="241"/>
                    <a:pt x="22929" y="235"/>
                    <a:pt x="23101" y="235"/>
                  </a:cubicBezTo>
                  <a:cubicBezTo>
                    <a:pt x="23771" y="235"/>
                    <a:pt x="24470" y="331"/>
                    <a:pt x="24962" y="809"/>
                  </a:cubicBezTo>
                  <a:cubicBezTo>
                    <a:pt x="25400" y="1232"/>
                    <a:pt x="25552" y="1861"/>
                    <a:pt x="25601" y="2448"/>
                  </a:cubicBezTo>
                  <a:cubicBezTo>
                    <a:pt x="25657" y="3088"/>
                    <a:pt x="25606" y="3731"/>
                    <a:pt x="25566" y="4370"/>
                  </a:cubicBezTo>
                  <a:cubicBezTo>
                    <a:pt x="25557" y="4510"/>
                    <a:pt x="25549" y="4651"/>
                    <a:pt x="25543" y="4791"/>
                  </a:cubicBezTo>
                  <a:cubicBezTo>
                    <a:pt x="25540" y="4866"/>
                    <a:pt x="25597" y="4904"/>
                    <a:pt x="25656" y="4904"/>
                  </a:cubicBezTo>
                  <a:cubicBezTo>
                    <a:pt x="25714" y="4904"/>
                    <a:pt x="25774" y="4866"/>
                    <a:pt x="25777" y="4791"/>
                  </a:cubicBezTo>
                  <a:cubicBezTo>
                    <a:pt x="25802" y="4163"/>
                    <a:pt x="25869" y="3537"/>
                    <a:pt x="25858" y="2907"/>
                  </a:cubicBezTo>
                  <a:cubicBezTo>
                    <a:pt x="25848" y="2282"/>
                    <a:pt x="25774" y="1616"/>
                    <a:pt x="25454" y="1065"/>
                  </a:cubicBezTo>
                  <a:cubicBezTo>
                    <a:pt x="25081" y="421"/>
                    <a:pt x="24390" y="109"/>
                    <a:pt x="23672" y="28"/>
                  </a:cubicBezTo>
                  <a:cubicBezTo>
                    <a:pt x="23491" y="8"/>
                    <a:pt x="23310" y="0"/>
                    <a:pt x="2312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70">
              <a:extLst>
                <a:ext uri="{FF2B5EF4-FFF2-40B4-BE49-F238E27FC236}">
                  <a16:creationId xmlns:a16="http://schemas.microsoft.com/office/drawing/2014/main" id="{9A7D2AB8-8FC7-BD95-DBC4-27D2B67D7596}"/>
                </a:ext>
              </a:extLst>
            </p:cNvPr>
            <p:cNvSpPr/>
            <p:nvPr/>
          </p:nvSpPr>
          <p:spPr>
            <a:xfrm>
              <a:off x="1428948" y="2677025"/>
              <a:ext cx="1015958" cy="548739"/>
            </a:xfrm>
            <a:custGeom>
              <a:avLst/>
              <a:gdLst/>
              <a:ahLst/>
              <a:cxnLst/>
              <a:rect l="l" t="t" r="r" b="b"/>
              <a:pathLst>
                <a:path w="31119" h="16808" extrusionOk="0">
                  <a:moveTo>
                    <a:pt x="550" y="0"/>
                  </a:moveTo>
                  <a:cubicBezTo>
                    <a:pt x="416" y="0"/>
                    <a:pt x="282" y="8"/>
                    <a:pt x="149" y="23"/>
                  </a:cubicBezTo>
                  <a:cubicBezTo>
                    <a:pt x="6" y="38"/>
                    <a:pt x="1" y="257"/>
                    <a:pt x="135" y="257"/>
                  </a:cubicBezTo>
                  <a:cubicBezTo>
                    <a:pt x="140" y="257"/>
                    <a:pt x="144" y="257"/>
                    <a:pt x="149" y="257"/>
                  </a:cubicBezTo>
                  <a:lnTo>
                    <a:pt x="150" y="255"/>
                  </a:lnTo>
                  <a:cubicBezTo>
                    <a:pt x="277" y="242"/>
                    <a:pt x="401" y="235"/>
                    <a:pt x="523" y="235"/>
                  </a:cubicBezTo>
                  <a:cubicBezTo>
                    <a:pt x="2409" y="235"/>
                    <a:pt x="3839" y="1810"/>
                    <a:pt x="4838" y="3277"/>
                  </a:cubicBezTo>
                  <a:cubicBezTo>
                    <a:pt x="5437" y="4158"/>
                    <a:pt x="5942" y="5099"/>
                    <a:pt x="6486" y="6014"/>
                  </a:cubicBezTo>
                  <a:cubicBezTo>
                    <a:pt x="7204" y="7225"/>
                    <a:pt x="7946" y="8421"/>
                    <a:pt x="8710" y="9602"/>
                  </a:cubicBezTo>
                  <a:cubicBezTo>
                    <a:pt x="9471" y="10774"/>
                    <a:pt x="10261" y="11926"/>
                    <a:pt x="11083" y="13056"/>
                  </a:cubicBezTo>
                  <a:cubicBezTo>
                    <a:pt x="11479" y="13600"/>
                    <a:pt x="11896" y="14130"/>
                    <a:pt x="12287" y="14678"/>
                  </a:cubicBezTo>
                  <a:cubicBezTo>
                    <a:pt x="12623" y="15149"/>
                    <a:pt x="12965" y="15670"/>
                    <a:pt x="13437" y="16018"/>
                  </a:cubicBezTo>
                  <a:cubicBezTo>
                    <a:pt x="13872" y="16339"/>
                    <a:pt x="14436" y="16473"/>
                    <a:pt x="14960" y="16564"/>
                  </a:cubicBezTo>
                  <a:cubicBezTo>
                    <a:pt x="15517" y="16660"/>
                    <a:pt x="16089" y="16735"/>
                    <a:pt x="16653" y="16786"/>
                  </a:cubicBezTo>
                  <a:cubicBezTo>
                    <a:pt x="16817" y="16801"/>
                    <a:pt x="16980" y="16807"/>
                    <a:pt x="17144" y="16807"/>
                  </a:cubicBezTo>
                  <a:cubicBezTo>
                    <a:pt x="17686" y="16807"/>
                    <a:pt x="18227" y="16738"/>
                    <a:pt x="18764" y="16666"/>
                  </a:cubicBezTo>
                  <a:cubicBezTo>
                    <a:pt x="19488" y="16568"/>
                    <a:pt x="20207" y="16500"/>
                    <a:pt x="20938" y="16472"/>
                  </a:cubicBezTo>
                  <a:cubicBezTo>
                    <a:pt x="21440" y="16453"/>
                    <a:pt x="21942" y="16445"/>
                    <a:pt x="22444" y="16445"/>
                  </a:cubicBezTo>
                  <a:cubicBezTo>
                    <a:pt x="23428" y="16445"/>
                    <a:pt x="24412" y="16475"/>
                    <a:pt x="25395" y="16513"/>
                  </a:cubicBezTo>
                  <a:cubicBezTo>
                    <a:pt x="26877" y="16570"/>
                    <a:pt x="28357" y="16621"/>
                    <a:pt x="29839" y="16647"/>
                  </a:cubicBezTo>
                  <a:cubicBezTo>
                    <a:pt x="30200" y="16653"/>
                    <a:pt x="30560" y="16674"/>
                    <a:pt x="30917" y="16737"/>
                  </a:cubicBezTo>
                  <a:cubicBezTo>
                    <a:pt x="30925" y="16738"/>
                    <a:pt x="30933" y="16739"/>
                    <a:pt x="30940" y="16739"/>
                  </a:cubicBezTo>
                  <a:cubicBezTo>
                    <a:pt x="31069" y="16739"/>
                    <a:pt x="31119" y="16537"/>
                    <a:pt x="30978" y="16511"/>
                  </a:cubicBezTo>
                  <a:cubicBezTo>
                    <a:pt x="30264" y="16385"/>
                    <a:pt x="29535" y="16414"/>
                    <a:pt x="28811" y="16400"/>
                  </a:cubicBezTo>
                  <a:cubicBezTo>
                    <a:pt x="28078" y="16384"/>
                    <a:pt x="27347" y="16356"/>
                    <a:pt x="26615" y="16329"/>
                  </a:cubicBezTo>
                  <a:cubicBezTo>
                    <a:pt x="25221" y="16273"/>
                    <a:pt x="23826" y="16212"/>
                    <a:pt x="22430" y="16212"/>
                  </a:cubicBezTo>
                  <a:cubicBezTo>
                    <a:pt x="22330" y="16212"/>
                    <a:pt x="22229" y="16212"/>
                    <a:pt x="22128" y="16213"/>
                  </a:cubicBezTo>
                  <a:cubicBezTo>
                    <a:pt x="21387" y="16218"/>
                    <a:pt x="20644" y="16235"/>
                    <a:pt x="19906" y="16296"/>
                  </a:cubicBezTo>
                  <a:cubicBezTo>
                    <a:pt x="19190" y="16357"/>
                    <a:pt x="18483" y="16490"/>
                    <a:pt x="17768" y="16548"/>
                  </a:cubicBezTo>
                  <a:cubicBezTo>
                    <a:pt x="17562" y="16564"/>
                    <a:pt x="17356" y="16575"/>
                    <a:pt x="17149" y="16575"/>
                  </a:cubicBezTo>
                  <a:cubicBezTo>
                    <a:pt x="16993" y="16575"/>
                    <a:pt x="16837" y="16569"/>
                    <a:pt x="16681" y="16555"/>
                  </a:cubicBezTo>
                  <a:cubicBezTo>
                    <a:pt x="16397" y="16533"/>
                    <a:pt x="16112" y="16485"/>
                    <a:pt x="15826" y="16451"/>
                  </a:cubicBezTo>
                  <a:cubicBezTo>
                    <a:pt x="15259" y="16383"/>
                    <a:pt x="14681" y="16313"/>
                    <a:pt x="14140" y="16118"/>
                  </a:cubicBezTo>
                  <a:cubicBezTo>
                    <a:pt x="13874" y="16021"/>
                    <a:pt x="13624" y="15891"/>
                    <a:pt x="13416" y="15698"/>
                  </a:cubicBezTo>
                  <a:cubicBezTo>
                    <a:pt x="13191" y="15491"/>
                    <a:pt x="12997" y="15253"/>
                    <a:pt x="12814" y="15010"/>
                  </a:cubicBezTo>
                  <a:cubicBezTo>
                    <a:pt x="12426" y="14496"/>
                    <a:pt x="12049" y="13970"/>
                    <a:pt x="11662" y="13453"/>
                  </a:cubicBezTo>
                  <a:cubicBezTo>
                    <a:pt x="10816" y="12317"/>
                    <a:pt x="10005" y="11155"/>
                    <a:pt x="9227" y="9969"/>
                  </a:cubicBezTo>
                  <a:cubicBezTo>
                    <a:pt x="8452" y="8795"/>
                    <a:pt x="7704" y="7604"/>
                    <a:pt x="6983" y="6397"/>
                  </a:cubicBezTo>
                  <a:cubicBezTo>
                    <a:pt x="6406" y="5435"/>
                    <a:pt x="5874" y="4444"/>
                    <a:pt x="5266" y="3502"/>
                  </a:cubicBezTo>
                  <a:cubicBezTo>
                    <a:pt x="4260" y="1947"/>
                    <a:pt x="2851" y="200"/>
                    <a:pt x="867" y="14"/>
                  </a:cubicBezTo>
                  <a:cubicBezTo>
                    <a:pt x="762" y="5"/>
                    <a:pt x="656" y="0"/>
                    <a:pt x="55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70">
              <a:extLst>
                <a:ext uri="{FF2B5EF4-FFF2-40B4-BE49-F238E27FC236}">
                  <a16:creationId xmlns:a16="http://schemas.microsoft.com/office/drawing/2014/main" id="{E17419E7-55EF-2EB6-E1BE-D648FF482904}"/>
                </a:ext>
              </a:extLst>
            </p:cNvPr>
            <p:cNvSpPr/>
            <p:nvPr/>
          </p:nvSpPr>
          <p:spPr>
            <a:xfrm>
              <a:off x="1788918" y="3214300"/>
              <a:ext cx="87952" cy="88442"/>
            </a:xfrm>
            <a:custGeom>
              <a:avLst/>
              <a:gdLst/>
              <a:ahLst/>
              <a:cxnLst/>
              <a:rect l="l" t="t" r="r" b="b"/>
              <a:pathLst>
                <a:path w="2694" h="2709" extrusionOk="0">
                  <a:moveTo>
                    <a:pt x="2561" y="1"/>
                  </a:moveTo>
                  <a:cubicBezTo>
                    <a:pt x="2542" y="1"/>
                    <a:pt x="2522" y="5"/>
                    <a:pt x="2505" y="15"/>
                  </a:cubicBezTo>
                  <a:lnTo>
                    <a:pt x="2503" y="15"/>
                  </a:lnTo>
                  <a:cubicBezTo>
                    <a:pt x="2301" y="124"/>
                    <a:pt x="2105" y="247"/>
                    <a:pt x="1921" y="386"/>
                  </a:cubicBezTo>
                  <a:cubicBezTo>
                    <a:pt x="1730" y="529"/>
                    <a:pt x="1548" y="683"/>
                    <a:pt x="1376" y="849"/>
                  </a:cubicBezTo>
                  <a:cubicBezTo>
                    <a:pt x="1209" y="1008"/>
                    <a:pt x="1051" y="1178"/>
                    <a:pt x="901" y="1354"/>
                  </a:cubicBezTo>
                  <a:cubicBezTo>
                    <a:pt x="745" y="1535"/>
                    <a:pt x="598" y="1722"/>
                    <a:pt x="458" y="1914"/>
                  </a:cubicBezTo>
                  <a:cubicBezTo>
                    <a:pt x="325" y="2094"/>
                    <a:pt x="197" y="2279"/>
                    <a:pt x="75" y="2467"/>
                  </a:cubicBezTo>
                  <a:cubicBezTo>
                    <a:pt x="60" y="2490"/>
                    <a:pt x="45" y="2512"/>
                    <a:pt x="30" y="2536"/>
                  </a:cubicBezTo>
                  <a:cubicBezTo>
                    <a:pt x="0" y="2592"/>
                    <a:pt x="19" y="2661"/>
                    <a:pt x="74" y="2692"/>
                  </a:cubicBezTo>
                  <a:cubicBezTo>
                    <a:pt x="92" y="2703"/>
                    <a:pt x="113" y="2709"/>
                    <a:pt x="133" y="2709"/>
                  </a:cubicBezTo>
                  <a:cubicBezTo>
                    <a:pt x="172" y="2709"/>
                    <a:pt x="210" y="2689"/>
                    <a:pt x="231" y="2654"/>
                  </a:cubicBezTo>
                  <a:cubicBezTo>
                    <a:pt x="371" y="2439"/>
                    <a:pt x="516" y="2226"/>
                    <a:pt x="669" y="2019"/>
                  </a:cubicBezTo>
                  <a:cubicBezTo>
                    <a:pt x="713" y="1960"/>
                    <a:pt x="758" y="1900"/>
                    <a:pt x="803" y="1842"/>
                  </a:cubicBezTo>
                  <a:lnTo>
                    <a:pt x="803" y="1842"/>
                  </a:lnTo>
                  <a:lnTo>
                    <a:pt x="786" y="1866"/>
                  </a:lnTo>
                  <a:cubicBezTo>
                    <a:pt x="925" y="1686"/>
                    <a:pt x="1070" y="1512"/>
                    <a:pt x="1223" y="1344"/>
                  </a:cubicBezTo>
                  <a:cubicBezTo>
                    <a:pt x="1374" y="1175"/>
                    <a:pt x="1536" y="1016"/>
                    <a:pt x="1704" y="865"/>
                  </a:cubicBezTo>
                  <a:cubicBezTo>
                    <a:pt x="1799" y="780"/>
                    <a:pt x="1898" y="698"/>
                    <a:pt x="1999" y="620"/>
                  </a:cubicBezTo>
                  <a:lnTo>
                    <a:pt x="1999" y="620"/>
                  </a:lnTo>
                  <a:lnTo>
                    <a:pt x="1975" y="638"/>
                  </a:lnTo>
                  <a:cubicBezTo>
                    <a:pt x="2134" y="515"/>
                    <a:pt x="2301" y="402"/>
                    <a:pt x="2474" y="300"/>
                  </a:cubicBezTo>
                  <a:cubicBezTo>
                    <a:pt x="2523" y="271"/>
                    <a:pt x="2573" y="243"/>
                    <a:pt x="2622" y="217"/>
                  </a:cubicBezTo>
                  <a:cubicBezTo>
                    <a:pt x="2676" y="183"/>
                    <a:pt x="2693" y="113"/>
                    <a:pt x="2662" y="59"/>
                  </a:cubicBezTo>
                  <a:cubicBezTo>
                    <a:pt x="2640" y="21"/>
                    <a:pt x="2601" y="1"/>
                    <a:pt x="256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70">
              <a:extLst>
                <a:ext uri="{FF2B5EF4-FFF2-40B4-BE49-F238E27FC236}">
                  <a16:creationId xmlns:a16="http://schemas.microsoft.com/office/drawing/2014/main" id="{7EE14613-C8B3-0EA3-0AB1-04C374C7AF5F}"/>
                </a:ext>
              </a:extLst>
            </p:cNvPr>
            <p:cNvSpPr/>
            <p:nvPr/>
          </p:nvSpPr>
          <p:spPr>
            <a:xfrm>
              <a:off x="1835016" y="3222658"/>
              <a:ext cx="50800" cy="126836"/>
            </a:xfrm>
            <a:custGeom>
              <a:avLst/>
              <a:gdLst/>
              <a:ahLst/>
              <a:cxnLst/>
              <a:rect l="l" t="t" r="r" b="b"/>
              <a:pathLst>
                <a:path w="1556" h="3885" extrusionOk="0">
                  <a:moveTo>
                    <a:pt x="1409" y="1"/>
                  </a:moveTo>
                  <a:cubicBezTo>
                    <a:pt x="1398" y="1"/>
                    <a:pt x="1387" y="2"/>
                    <a:pt x="1376" y="5"/>
                  </a:cubicBezTo>
                  <a:cubicBezTo>
                    <a:pt x="1348" y="14"/>
                    <a:pt x="1324" y="34"/>
                    <a:pt x="1307" y="58"/>
                  </a:cubicBezTo>
                  <a:lnTo>
                    <a:pt x="1305" y="61"/>
                  </a:lnTo>
                  <a:cubicBezTo>
                    <a:pt x="1158" y="256"/>
                    <a:pt x="1046" y="473"/>
                    <a:pt x="951" y="698"/>
                  </a:cubicBezTo>
                  <a:cubicBezTo>
                    <a:pt x="865" y="913"/>
                    <a:pt x="790" y="1133"/>
                    <a:pt x="726" y="1355"/>
                  </a:cubicBezTo>
                  <a:cubicBezTo>
                    <a:pt x="695" y="1464"/>
                    <a:pt x="663" y="1572"/>
                    <a:pt x="631" y="1680"/>
                  </a:cubicBezTo>
                  <a:cubicBezTo>
                    <a:pt x="594" y="1803"/>
                    <a:pt x="552" y="1923"/>
                    <a:pt x="512" y="2044"/>
                  </a:cubicBezTo>
                  <a:cubicBezTo>
                    <a:pt x="425" y="2309"/>
                    <a:pt x="345" y="2575"/>
                    <a:pt x="268" y="2841"/>
                  </a:cubicBezTo>
                  <a:cubicBezTo>
                    <a:pt x="190" y="3106"/>
                    <a:pt x="118" y="3373"/>
                    <a:pt x="44" y="3638"/>
                  </a:cubicBezTo>
                  <a:lnTo>
                    <a:pt x="16" y="3738"/>
                  </a:lnTo>
                  <a:cubicBezTo>
                    <a:pt x="0" y="3796"/>
                    <a:pt x="37" y="3867"/>
                    <a:pt x="98" y="3881"/>
                  </a:cubicBezTo>
                  <a:cubicBezTo>
                    <a:pt x="108" y="3884"/>
                    <a:pt x="118" y="3885"/>
                    <a:pt x="128" y="3885"/>
                  </a:cubicBezTo>
                  <a:cubicBezTo>
                    <a:pt x="180" y="3885"/>
                    <a:pt x="227" y="3852"/>
                    <a:pt x="241" y="3800"/>
                  </a:cubicBezTo>
                  <a:cubicBezTo>
                    <a:pt x="360" y="3368"/>
                    <a:pt x="479" y="2936"/>
                    <a:pt x="610" y="2508"/>
                  </a:cubicBezTo>
                  <a:cubicBezTo>
                    <a:pt x="676" y="2293"/>
                    <a:pt x="747" y="2079"/>
                    <a:pt x="816" y="1867"/>
                  </a:cubicBezTo>
                  <a:cubicBezTo>
                    <a:pt x="873" y="1695"/>
                    <a:pt x="920" y="1521"/>
                    <a:pt x="972" y="1348"/>
                  </a:cubicBezTo>
                  <a:cubicBezTo>
                    <a:pt x="1032" y="1146"/>
                    <a:pt x="1101" y="946"/>
                    <a:pt x="1181" y="750"/>
                  </a:cubicBezTo>
                  <a:lnTo>
                    <a:pt x="1181" y="750"/>
                  </a:lnTo>
                  <a:lnTo>
                    <a:pt x="1169" y="779"/>
                  </a:lnTo>
                  <a:cubicBezTo>
                    <a:pt x="1256" y="565"/>
                    <a:pt x="1370" y="362"/>
                    <a:pt x="1508" y="177"/>
                  </a:cubicBezTo>
                  <a:cubicBezTo>
                    <a:pt x="1556" y="96"/>
                    <a:pt x="1495" y="1"/>
                    <a:pt x="140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70">
              <a:extLst>
                <a:ext uri="{FF2B5EF4-FFF2-40B4-BE49-F238E27FC236}">
                  <a16:creationId xmlns:a16="http://schemas.microsoft.com/office/drawing/2014/main" id="{A164D93A-8A00-500D-D8D4-78DD767610EB}"/>
                </a:ext>
              </a:extLst>
            </p:cNvPr>
            <p:cNvSpPr/>
            <p:nvPr/>
          </p:nvSpPr>
          <p:spPr>
            <a:xfrm>
              <a:off x="1941152" y="3162522"/>
              <a:ext cx="325594" cy="42246"/>
            </a:xfrm>
            <a:custGeom>
              <a:avLst/>
              <a:gdLst/>
              <a:ahLst/>
              <a:cxnLst/>
              <a:rect l="l" t="t" r="r" b="b"/>
              <a:pathLst>
                <a:path w="9973" h="1294" extrusionOk="0">
                  <a:moveTo>
                    <a:pt x="9843" y="0"/>
                  </a:moveTo>
                  <a:cubicBezTo>
                    <a:pt x="9833" y="0"/>
                    <a:pt x="9823" y="1"/>
                    <a:pt x="9812" y="4"/>
                  </a:cubicBezTo>
                  <a:cubicBezTo>
                    <a:pt x="9504" y="103"/>
                    <a:pt x="9183" y="157"/>
                    <a:pt x="8863" y="211"/>
                  </a:cubicBezTo>
                  <a:cubicBezTo>
                    <a:pt x="8707" y="238"/>
                    <a:pt x="8552" y="263"/>
                    <a:pt x="8397" y="295"/>
                  </a:cubicBezTo>
                  <a:cubicBezTo>
                    <a:pt x="8236" y="329"/>
                    <a:pt x="8076" y="368"/>
                    <a:pt x="7914" y="404"/>
                  </a:cubicBezTo>
                  <a:cubicBezTo>
                    <a:pt x="7265" y="541"/>
                    <a:pt x="6608" y="640"/>
                    <a:pt x="5949" y="715"/>
                  </a:cubicBezTo>
                  <a:cubicBezTo>
                    <a:pt x="5283" y="792"/>
                    <a:pt x="4613" y="846"/>
                    <a:pt x="3945" y="900"/>
                  </a:cubicBezTo>
                  <a:cubicBezTo>
                    <a:pt x="3347" y="948"/>
                    <a:pt x="2749" y="985"/>
                    <a:pt x="2150" y="1009"/>
                  </a:cubicBezTo>
                  <a:cubicBezTo>
                    <a:pt x="1569" y="1031"/>
                    <a:pt x="987" y="1041"/>
                    <a:pt x="406" y="1054"/>
                  </a:cubicBezTo>
                  <a:lnTo>
                    <a:pt x="151" y="1060"/>
                  </a:lnTo>
                  <a:cubicBezTo>
                    <a:pt x="2" y="1062"/>
                    <a:pt x="1" y="1293"/>
                    <a:pt x="148" y="1293"/>
                  </a:cubicBezTo>
                  <a:cubicBezTo>
                    <a:pt x="149" y="1293"/>
                    <a:pt x="150" y="1293"/>
                    <a:pt x="151" y="1293"/>
                  </a:cubicBezTo>
                  <a:lnTo>
                    <a:pt x="152" y="1293"/>
                  </a:lnTo>
                  <a:cubicBezTo>
                    <a:pt x="752" y="1281"/>
                    <a:pt x="1352" y="1269"/>
                    <a:pt x="1951" y="1249"/>
                  </a:cubicBezTo>
                  <a:cubicBezTo>
                    <a:pt x="2538" y="1228"/>
                    <a:pt x="3124" y="1196"/>
                    <a:pt x="3710" y="1152"/>
                  </a:cubicBezTo>
                  <a:cubicBezTo>
                    <a:pt x="4382" y="1101"/>
                    <a:pt x="5057" y="1045"/>
                    <a:pt x="5728" y="973"/>
                  </a:cubicBezTo>
                  <a:cubicBezTo>
                    <a:pt x="6395" y="901"/>
                    <a:pt x="7060" y="810"/>
                    <a:pt x="7719" y="681"/>
                  </a:cubicBezTo>
                  <a:cubicBezTo>
                    <a:pt x="8043" y="618"/>
                    <a:pt x="8362" y="535"/>
                    <a:pt x="8686" y="477"/>
                  </a:cubicBezTo>
                  <a:cubicBezTo>
                    <a:pt x="9005" y="421"/>
                    <a:pt x="9327" y="375"/>
                    <a:pt x="9641" y="296"/>
                  </a:cubicBezTo>
                  <a:cubicBezTo>
                    <a:pt x="9720" y="276"/>
                    <a:pt x="9797" y="254"/>
                    <a:pt x="9875" y="229"/>
                  </a:cubicBezTo>
                  <a:cubicBezTo>
                    <a:pt x="9936" y="211"/>
                    <a:pt x="9973" y="147"/>
                    <a:pt x="9956" y="85"/>
                  </a:cubicBezTo>
                  <a:cubicBezTo>
                    <a:pt x="9941" y="34"/>
                    <a:pt x="9895" y="0"/>
                    <a:pt x="984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70">
              <a:extLst>
                <a:ext uri="{FF2B5EF4-FFF2-40B4-BE49-F238E27FC236}">
                  <a16:creationId xmlns:a16="http://schemas.microsoft.com/office/drawing/2014/main" id="{199169D3-7BFF-494E-61C7-1618FCCBFEEE}"/>
                </a:ext>
              </a:extLst>
            </p:cNvPr>
            <p:cNvSpPr/>
            <p:nvPr/>
          </p:nvSpPr>
          <p:spPr>
            <a:xfrm>
              <a:off x="2598833" y="3211590"/>
              <a:ext cx="135422" cy="15703"/>
            </a:xfrm>
            <a:custGeom>
              <a:avLst/>
              <a:gdLst/>
              <a:ahLst/>
              <a:cxnLst/>
              <a:rect l="l" t="t" r="r" b="b"/>
              <a:pathLst>
                <a:path w="4148" h="481" extrusionOk="0">
                  <a:moveTo>
                    <a:pt x="112" y="0"/>
                  </a:moveTo>
                  <a:cubicBezTo>
                    <a:pt x="50" y="3"/>
                    <a:pt x="1" y="54"/>
                    <a:pt x="1" y="116"/>
                  </a:cubicBezTo>
                  <a:cubicBezTo>
                    <a:pt x="1" y="180"/>
                    <a:pt x="50" y="231"/>
                    <a:pt x="112" y="234"/>
                  </a:cubicBezTo>
                  <a:cubicBezTo>
                    <a:pt x="360" y="237"/>
                    <a:pt x="608" y="256"/>
                    <a:pt x="853" y="283"/>
                  </a:cubicBezTo>
                  <a:cubicBezTo>
                    <a:pt x="1104" y="310"/>
                    <a:pt x="1353" y="344"/>
                    <a:pt x="1604" y="374"/>
                  </a:cubicBezTo>
                  <a:cubicBezTo>
                    <a:pt x="1853" y="402"/>
                    <a:pt x="2106" y="425"/>
                    <a:pt x="2358" y="439"/>
                  </a:cubicBezTo>
                  <a:cubicBezTo>
                    <a:pt x="2620" y="455"/>
                    <a:pt x="2883" y="463"/>
                    <a:pt x="3147" y="470"/>
                  </a:cubicBezTo>
                  <a:cubicBezTo>
                    <a:pt x="3410" y="476"/>
                    <a:pt x="3671" y="477"/>
                    <a:pt x="3933" y="480"/>
                  </a:cubicBezTo>
                  <a:lnTo>
                    <a:pt x="4031" y="480"/>
                  </a:lnTo>
                  <a:cubicBezTo>
                    <a:pt x="4095" y="480"/>
                    <a:pt x="4147" y="428"/>
                    <a:pt x="4147" y="363"/>
                  </a:cubicBezTo>
                  <a:cubicBezTo>
                    <a:pt x="4147" y="299"/>
                    <a:pt x="4095" y="247"/>
                    <a:pt x="4031" y="247"/>
                  </a:cubicBezTo>
                  <a:cubicBezTo>
                    <a:pt x="3769" y="244"/>
                    <a:pt x="3507" y="242"/>
                    <a:pt x="3245" y="238"/>
                  </a:cubicBezTo>
                  <a:cubicBezTo>
                    <a:pt x="2983" y="232"/>
                    <a:pt x="2720" y="225"/>
                    <a:pt x="2458" y="211"/>
                  </a:cubicBezTo>
                  <a:cubicBezTo>
                    <a:pt x="2205" y="198"/>
                    <a:pt x="1951" y="179"/>
                    <a:pt x="1699" y="150"/>
                  </a:cubicBezTo>
                  <a:cubicBezTo>
                    <a:pt x="1447" y="122"/>
                    <a:pt x="1198" y="88"/>
                    <a:pt x="947" y="60"/>
                  </a:cubicBezTo>
                  <a:cubicBezTo>
                    <a:pt x="699" y="31"/>
                    <a:pt x="451" y="9"/>
                    <a:pt x="203" y="1"/>
                  </a:cubicBezTo>
                  <a:lnTo>
                    <a:pt x="11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70">
              <a:extLst>
                <a:ext uri="{FF2B5EF4-FFF2-40B4-BE49-F238E27FC236}">
                  <a16:creationId xmlns:a16="http://schemas.microsoft.com/office/drawing/2014/main" id="{25E7BD29-A24B-4131-2BA2-8A496B9930CD}"/>
                </a:ext>
              </a:extLst>
            </p:cNvPr>
            <p:cNvSpPr/>
            <p:nvPr/>
          </p:nvSpPr>
          <p:spPr>
            <a:xfrm>
              <a:off x="3952654" y="3168463"/>
              <a:ext cx="480571" cy="47469"/>
            </a:xfrm>
            <a:custGeom>
              <a:avLst/>
              <a:gdLst/>
              <a:ahLst/>
              <a:cxnLst/>
              <a:rect l="l" t="t" r="r" b="b"/>
              <a:pathLst>
                <a:path w="14720" h="1454" extrusionOk="0">
                  <a:moveTo>
                    <a:pt x="14515" y="1"/>
                  </a:moveTo>
                  <a:cubicBezTo>
                    <a:pt x="13585" y="1"/>
                    <a:pt x="12659" y="145"/>
                    <a:pt x="11735" y="234"/>
                  </a:cubicBezTo>
                  <a:cubicBezTo>
                    <a:pt x="10789" y="327"/>
                    <a:pt x="9839" y="390"/>
                    <a:pt x="8893" y="457"/>
                  </a:cubicBezTo>
                  <a:cubicBezTo>
                    <a:pt x="7950" y="525"/>
                    <a:pt x="7006" y="599"/>
                    <a:pt x="6067" y="702"/>
                  </a:cubicBezTo>
                  <a:cubicBezTo>
                    <a:pt x="5115" y="805"/>
                    <a:pt x="4167" y="929"/>
                    <a:pt x="3212" y="1005"/>
                  </a:cubicBezTo>
                  <a:cubicBezTo>
                    <a:pt x="2750" y="1041"/>
                    <a:pt x="2289" y="1067"/>
                    <a:pt x="1827" y="1082"/>
                  </a:cubicBezTo>
                  <a:cubicBezTo>
                    <a:pt x="1372" y="1096"/>
                    <a:pt x="917" y="1113"/>
                    <a:pt x="467" y="1174"/>
                  </a:cubicBezTo>
                  <a:cubicBezTo>
                    <a:pt x="358" y="1188"/>
                    <a:pt x="249" y="1205"/>
                    <a:pt x="140" y="1226"/>
                  </a:cubicBezTo>
                  <a:cubicBezTo>
                    <a:pt x="1" y="1253"/>
                    <a:pt x="48" y="1454"/>
                    <a:pt x="177" y="1454"/>
                  </a:cubicBezTo>
                  <a:cubicBezTo>
                    <a:pt x="185" y="1454"/>
                    <a:pt x="193" y="1453"/>
                    <a:pt x="202" y="1451"/>
                  </a:cubicBezTo>
                  <a:lnTo>
                    <a:pt x="202" y="1450"/>
                  </a:lnTo>
                  <a:cubicBezTo>
                    <a:pt x="640" y="1368"/>
                    <a:pt x="1083" y="1342"/>
                    <a:pt x="1527" y="1325"/>
                  </a:cubicBezTo>
                  <a:cubicBezTo>
                    <a:pt x="1986" y="1307"/>
                    <a:pt x="2443" y="1294"/>
                    <a:pt x="2901" y="1260"/>
                  </a:cubicBezTo>
                  <a:cubicBezTo>
                    <a:pt x="3851" y="1191"/>
                    <a:pt x="4795" y="1077"/>
                    <a:pt x="5741" y="971"/>
                  </a:cubicBezTo>
                  <a:cubicBezTo>
                    <a:pt x="6682" y="865"/>
                    <a:pt x="7624" y="783"/>
                    <a:pt x="8569" y="713"/>
                  </a:cubicBezTo>
                  <a:cubicBezTo>
                    <a:pt x="9508" y="645"/>
                    <a:pt x="10447" y="584"/>
                    <a:pt x="11385" y="501"/>
                  </a:cubicBezTo>
                  <a:cubicBezTo>
                    <a:pt x="11858" y="458"/>
                    <a:pt x="12331" y="409"/>
                    <a:pt x="12803" y="356"/>
                  </a:cubicBezTo>
                  <a:cubicBezTo>
                    <a:pt x="13273" y="305"/>
                    <a:pt x="13744" y="256"/>
                    <a:pt x="14215" y="240"/>
                  </a:cubicBezTo>
                  <a:cubicBezTo>
                    <a:pt x="14334" y="236"/>
                    <a:pt x="14452" y="234"/>
                    <a:pt x="14568" y="234"/>
                  </a:cubicBezTo>
                  <a:cubicBezTo>
                    <a:pt x="14720" y="234"/>
                    <a:pt x="14720" y="2"/>
                    <a:pt x="14568" y="1"/>
                  </a:cubicBezTo>
                  <a:cubicBezTo>
                    <a:pt x="14551" y="1"/>
                    <a:pt x="14533" y="1"/>
                    <a:pt x="145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38" name="Google Shape;1738;p70">
            <a:extLst>
              <a:ext uri="{FF2B5EF4-FFF2-40B4-BE49-F238E27FC236}">
                <a16:creationId xmlns:a16="http://schemas.microsoft.com/office/drawing/2014/main" id="{7EA20140-1E93-A423-7897-4CEC7919BF6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20000" y="1678863"/>
            <a:ext cx="3852000" cy="12280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Here’s an assortment of alternative resources whose style fits that of this template:</a:t>
            </a:r>
            <a:endParaRPr sz="1200" dirty="0"/>
          </a:p>
          <a:p>
            <a:pPr marL="241300" lvl="0" indent="-203200" algn="l" rtl="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Noto Sans Thai"/>
              <a:buChar char="●"/>
            </a:pPr>
            <a:r>
              <a:rPr lang="en" sz="1200" dirty="0">
                <a:uFill>
                  <a:noFill/>
                </a:uFill>
                <a:hlinkClick r:id="rId3"/>
              </a:rPr>
              <a:t>Hand drawn doctor in hospital backgroun</a:t>
            </a:r>
            <a:r>
              <a:rPr lang="en" sz="1250" dirty="0"/>
              <a:t>d</a:t>
            </a:r>
            <a:endParaRPr sz="1250" dirty="0"/>
          </a:p>
          <a:p>
            <a:pPr marL="241300" lvl="0" indent="-206375" algn="l" rtl="0">
              <a:spcBef>
                <a:spcPts val="300"/>
              </a:spcBef>
              <a:spcAft>
                <a:spcPts val="0"/>
              </a:spcAft>
              <a:buClr>
                <a:schemeClr val="accent4"/>
              </a:buClr>
              <a:buSzPts val="1250"/>
              <a:buFont typeface="Noto Sans Thai"/>
              <a:buChar char="●"/>
            </a:pPr>
            <a:r>
              <a:rPr lang="en" sz="1250" dirty="0">
                <a:uFill>
                  <a:noFill/>
                </a:uFill>
                <a:hlinkClick r:id="rId4"/>
              </a:rPr>
              <a:t>Flat-hand drawn hospital reception scene</a:t>
            </a:r>
            <a:endParaRPr sz="1200" dirty="0"/>
          </a:p>
        </p:txBody>
      </p:sp>
      <p:sp>
        <p:nvSpPr>
          <p:cNvPr id="1739" name="Google Shape;1739;p70">
            <a:extLst>
              <a:ext uri="{FF2B5EF4-FFF2-40B4-BE49-F238E27FC236}">
                <a16:creationId xmlns:a16="http://schemas.microsoft.com/office/drawing/2014/main" id="{1DB2730A-1CC8-9231-8C26-F263931E6E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sz="2100" dirty="0"/>
              <a:t>Finding 2: </a:t>
            </a:r>
            <a:r>
              <a:rPr lang="en-US" sz="2100" dirty="0"/>
              <a:t>The Primary Driver of Pricing is Ownership</a:t>
            </a:r>
            <a:endParaRPr sz="2100" dirty="0"/>
          </a:p>
        </p:txBody>
      </p:sp>
      <p:sp>
        <p:nvSpPr>
          <p:cNvPr id="2" name="Google Shape;1449;p53">
            <a:extLst>
              <a:ext uri="{FF2B5EF4-FFF2-40B4-BE49-F238E27FC236}">
                <a16:creationId xmlns:a16="http://schemas.microsoft.com/office/drawing/2014/main" id="{8EF01767-CE7C-E27E-A4C8-218248AB6BF3}"/>
              </a:ext>
            </a:extLst>
          </p:cNvPr>
          <p:cNvSpPr txBox="1">
            <a:spLocks/>
          </p:cNvSpPr>
          <p:nvPr/>
        </p:nvSpPr>
        <p:spPr>
          <a:xfrm>
            <a:off x="720000" y="1129989"/>
            <a:ext cx="3438350" cy="57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Encode Sans Semi Expanded ExtraBold"/>
              <a:buNone/>
              <a:defRPr sz="2600" b="0" i="0" u="none" strike="noStrike" cap="none">
                <a:solidFill>
                  <a:schemeClr val="accent2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defRPr>
            </a:lvl9pPr>
          </a:lstStyle>
          <a:p>
            <a:r>
              <a:rPr lang="en-US"/>
              <a:t>The evidence: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3E85EB-2F57-6290-3A9F-B050192750C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37845" y="1017725"/>
            <a:ext cx="7868308" cy="3519135"/>
          </a:xfrm>
          <a:prstGeom prst="rect">
            <a:avLst/>
          </a:prstGeom>
          <a:ln>
            <a:solidFill>
              <a:schemeClr val="bg1">
                <a:lumMod val="1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963707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5">
          <a:extLst>
            <a:ext uri="{FF2B5EF4-FFF2-40B4-BE49-F238E27FC236}">
              <a16:creationId xmlns:a16="http://schemas.microsoft.com/office/drawing/2014/main" id="{92960FDA-8A57-8DF7-3F5E-5D272A4BA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6" name="Google Shape;1596;p59">
            <a:extLst>
              <a:ext uri="{FF2B5EF4-FFF2-40B4-BE49-F238E27FC236}">
                <a16:creationId xmlns:a16="http://schemas.microsoft.com/office/drawing/2014/main" id="{14C27A77-DE36-ACC5-A9BA-FC80336E49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sz="2000" dirty="0"/>
              <a:t>Finding 2 (cont.): </a:t>
            </a:r>
            <a:r>
              <a:rPr lang="en-US" sz="2000" dirty="0"/>
              <a:t>High Price =/= Elite Quality</a:t>
            </a:r>
            <a:endParaRPr sz="2000" dirty="0"/>
          </a:p>
        </p:txBody>
      </p:sp>
      <p:graphicFrame>
        <p:nvGraphicFramePr>
          <p:cNvPr id="1597" name="Google Shape;1597;p59">
            <a:extLst>
              <a:ext uri="{FF2B5EF4-FFF2-40B4-BE49-F238E27FC236}">
                <a16:creationId xmlns:a16="http://schemas.microsoft.com/office/drawing/2014/main" id="{FA65FD08-C781-0807-67BC-40CACEFE5EB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07145851"/>
              </p:ext>
            </p:extLst>
          </p:nvPr>
        </p:nvGraphicFramePr>
        <p:xfrm>
          <a:off x="952500" y="995420"/>
          <a:ext cx="7239000" cy="3541725"/>
        </p:xfrm>
        <a:graphic>
          <a:graphicData uri="http://schemas.openxmlformats.org/drawingml/2006/table">
            <a:tbl>
              <a:tblPr>
                <a:noFill/>
                <a:tableStyleId>{3B0403C8-B429-4BC3-A1A4-40CBB380A10C}</a:tableStyleId>
              </a:tblPr>
              <a:tblGrid>
                <a:gridCol w="120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624873643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1136257730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978466313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575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accent4"/>
                          </a:solidFill>
                          <a:latin typeface="Encode Sans Semi Expanded ExtraBold"/>
                          <a:ea typeface="Encode Sans Semi Expanded ExtraBold"/>
                          <a:cs typeface="Encode Sans Semi Expanded ExtraBold"/>
                          <a:sym typeface="Encode Sans Semi Expanded ExtraBold"/>
                        </a:rPr>
                        <a:t>Hospital Name</a:t>
                      </a:r>
                      <a:endParaRPr sz="1000" dirty="0">
                        <a:solidFill>
                          <a:schemeClr val="accent4"/>
                        </a:solidFill>
                        <a:latin typeface="Encode Sans Semi Expanded ExtraBold"/>
                        <a:ea typeface="Encode Sans Semi Expanded ExtraBold"/>
                        <a:cs typeface="Encode Sans Semi Expanded ExtraBold"/>
                        <a:sym typeface="Encode Sans Semi Expanded ExtraBold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accent4"/>
                          </a:solidFill>
                          <a:latin typeface="Encode Sans Semi Expanded ExtraBold"/>
                          <a:ea typeface="Encode Sans Semi Expanded ExtraBold"/>
                          <a:cs typeface="Encode Sans Semi Expanded ExtraBold"/>
                          <a:sym typeface="Encode Sans Semi Expanded ExtraBold"/>
                        </a:rPr>
                        <a:t>State</a:t>
                      </a:r>
                      <a:endParaRPr sz="1000" dirty="0">
                        <a:solidFill>
                          <a:schemeClr val="accent4"/>
                        </a:solidFill>
                        <a:latin typeface="Encode Sans Semi Expanded ExtraBold"/>
                        <a:ea typeface="Encode Sans Semi Expanded ExtraBold"/>
                        <a:cs typeface="Encode Sans Semi Expanded ExtraBold"/>
                        <a:sym typeface="Encode Sans Semi Expanded ExtraBold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accent4"/>
                          </a:solidFill>
                          <a:latin typeface="Encode Sans Semi Expanded ExtraBold"/>
                          <a:ea typeface="Encode Sans Semi Expanded ExtraBold"/>
                          <a:cs typeface="Encode Sans Semi Expanded ExtraBold"/>
                          <a:sym typeface="Encode Sans Semi Expanded ExtraBold"/>
                        </a:rPr>
                        <a:t>Mortality</a:t>
                      </a:r>
                      <a:endParaRPr sz="1000" dirty="0">
                        <a:solidFill>
                          <a:schemeClr val="accent4"/>
                        </a:solidFill>
                        <a:latin typeface="Encode Sans Semi Expanded ExtraBold"/>
                        <a:ea typeface="Encode Sans Semi Expanded ExtraBold"/>
                        <a:cs typeface="Encode Sans Semi Expanded ExtraBold"/>
                        <a:sym typeface="Encode Sans Semi Expanded ExtraBold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accent4"/>
                          </a:solidFill>
                          <a:latin typeface="Encode Sans Semi Expanded ExtraBold"/>
                          <a:ea typeface="Encode Sans Semi Expanded ExtraBold"/>
                          <a:cs typeface="Encode Sans Semi Expanded ExtraBold"/>
                          <a:sym typeface="Encode Sans Semi Expanded ExtraBold"/>
                        </a:rPr>
                        <a:t>Readmission</a:t>
                      </a:r>
                      <a:endParaRPr sz="1000" dirty="0">
                        <a:solidFill>
                          <a:schemeClr val="accent4"/>
                        </a:solidFill>
                        <a:latin typeface="Encode Sans Semi Expanded ExtraBold"/>
                        <a:ea typeface="Encode Sans Semi Expanded ExtraBold"/>
                        <a:cs typeface="Encode Sans Semi Expanded ExtraBold"/>
                        <a:sym typeface="Encode Sans Semi Expanded ExtraBold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accent4"/>
                          </a:solidFill>
                          <a:latin typeface="Encode Sans Semi Expanded ExtraBold"/>
                          <a:ea typeface="Encode Sans Semi Expanded ExtraBold"/>
                          <a:cs typeface="Encode Sans Semi Expanded ExtraBold"/>
                          <a:sym typeface="Encode Sans Semi Expanded ExtraBold"/>
                        </a:rPr>
                        <a:t>Patient Rating</a:t>
                      </a:r>
                      <a:endParaRPr sz="1000" dirty="0">
                        <a:solidFill>
                          <a:schemeClr val="accent4"/>
                        </a:solidFill>
                        <a:latin typeface="Encode Sans Semi Expanded ExtraBold"/>
                        <a:ea typeface="Encode Sans Semi Expanded ExtraBold"/>
                        <a:cs typeface="Encode Sans Semi Expanded ExtraBold"/>
                        <a:sym typeface="Encode Sans Semi Expanded ExtraBold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accent4"/>
                          </a:solidFill>
                          <a:latin typeface="Encode Sans Semi Expanded ExtraBold"/>
                          <a:ea typeface="Encode Sans Semi Expanded ExtraBold"/>
                          <a:cs typeface="Encode Sans Semi Expanded ExtraBold"/>
                          <a:sym typeface="Encode Sans Semi Expanded ExtraBold"/>
                        </a:rPr>
                        <a:t>Markup %</a:t>
                      </a:r>
                      <a:endParaRPr sz="1000" dirty="0">
                        <a:solidFill>
                          <a:schemeClr val="accent4"/>
                        </a:solidFill>
                        <a:latin typeface="Encode Sans Semi Expanded ExtraBold"/>
                        <a:ea typeface="Encode Sans Semi Expanded ExtraBold"/>
                        <a:cs typeface="Encode Sans Semi Expanded ExtraBold"/>
                        <a:sym typeface="Encode Sans Semi Expanded ExtraBold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75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NYU Langone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NY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1.8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13.1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89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641.21%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75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MA General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MA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2.0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14.3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93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389.62%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75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NY Presbyterian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NY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2.2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13.6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88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440.84%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75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Mayo Clinic Rochester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MN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2.3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13.9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94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299.76%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75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Northwestern Memorial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IL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2.3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15.0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92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591.53%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4426816"/>
                  </a:ext>
                </a:extLst>
              </a:tr>
              <a:tr h="41575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Brigham and Women’s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MA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2.3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14.9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92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383.74%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1057487"/>
                  </a:ext>
                </a:extLst>
              </a:tr>
              <a:tr h="41575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Morristown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NJ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2.3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13.6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89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511.65%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94685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2914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0">
          <a:extLst>
            <a:ext uri="{FF2B5EF4-FFF2-40B4-BE49-F238E27FC236}">
              <a16:creationId xmlns:a16="http://schemas.microsoft.com/office/drawing/2014/main" id="{F663801D-9093-2B00-48E7-6D5628C7A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p41">
            <a:extLst>
              <a:ext uri="{FF2B5EF4-FFF2-40B4-BE49-F238E27FC236}">
                <a16:creationId xmlns:a16="http://schemas.microsoft.com/office/drawing/2014/main" id="{1BF8750A-8AD8-74EF-0334-8BD0E14552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400" dirty="0"/>
              <a:t>Finding 3: The Real Driver of Quality is Scale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03EFCB8-DC7E-CAE4-5569-8B625C4A5B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193917" y="1073856"/>
            <a:ext cx="5230083" cy="3456948"/>
          </a:xfrm>
          <a:prstGeom prst="rect">
            <a:avLst/>
          </a:prstGeom>
          <a:ln>
            <a:solidFill>
              <a:schemeClr val="bg1">
                <a:lumMod val="10000"/>
              </a:schemeClr>
            </a:solidFill>
          </a:ln>
        </p:spPr>
      </p:pic>
      <p:sp>
        <p:nvSpPr>
          <p:cNvPr id="8" name="Google Shape;1450;p53">
            <a:extLst>
              <a:ext uri="{FF2B5EF4-FFF2-40B4-BE49-F238E27FC236}">
                <a16:creationId xmlns:a16="http://schemas.microsoft.com/office/drawing/2014/main" id="{B65682F2-B855-CE55-B590-A669E059418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9999" y="1073856"/>
            <a:ext cx="2473917" cy="345694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dirty="0"/>
              <a:t>There is some tradeoff between clinical safety and patient experience. </a:t>
            </a:r>
            <a:r>
              <a:rPr lang="en-US" b="1" dirty="0"/>
              <a:t>Mortality</a:t>
            </a:r>
            <a:r>
              <a:rPr lang="en-US" dirty="0"/>
              <a:t> rates are </a:t>
            </a:r>
            <a:r>
              <a:rPr lang="en-US" b="1" dirty="0"/>
              <a:t>best</a:t>
            </a:r>
            <a:r>
              <a:rPr lang="en-US" dirty="0"/>
              <a:t> at the </a:t>
            </a:r>
            <a:r>
              <a:rPr lang="en-US" b="1" dirty="0"/>
              <a:t>largest hospitals </a:t>
            </a:r>
            <a:r>
              <a:rPr lang="en-US" dirty="0"/>
              <a:t>(50,000+ discharges), but </a:t>
            </a:r>
            <a:r>
              <a:rPr lang="en-US" b="1" dirty="0"/>
              <a:t>patient ratings peak</a:t>
            </a:r>
            <a:r>
              <a:rPr lang="en-US" dirty="0"/>
              <a:t> at </a:t>
            </a:r>
            <a:r>
              <a:rPr lang="en-US" b="1" dirty="0"/>
              <a:t>smaller hospitals</a:t>
            </a:r>
            <a:r>
              <a:rPr lang="en-US" dirty="0"/>
              <a:t>.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29111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0">
          <a:extLst>
            <a:ext uri="{FF2B5EF4-FFF2-40B4-BE49-F238E27FC236}">
              <a16:creationId xmlns:a16="http://schemas.microsoft.com/office/drawing/2014/main" id="{D39B8C47-9C65-5499-7834-4A677B13C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Google Shape;1339;p45">
            <a:extLst>
              <a:ext uri="{FF2B5EF4-FFF2-40B4-BE49-F238E27FC236}">
                <a16:creationId xmlns:a16="http://schemas.microsoft.com/office/drawing/2014/main" id="{8B1C3EEA-83E2-FA0C-FABF-2B117ACE5D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Finding 3 (cont.): The Real-World Tradeoff</a:t>
            </a:r>
            <a:endParaRPr sz="2000" dirty="0"/>
          </a:p>
        </p:txBody>
      </p:sp>
      <p:graphicFrame>
        <p:nvGraphicFramePr>
          <p:cNvPr id="26" name="Google Shape;1597;p59">
            <a:extLst>
              <a:ext uri="{FF2B5EF4-FFF2-40B4-BE49-F238E27FC236}">
                <a16:creationId xmlns:a16="http://schemas.microsoft.com/office/drawing/2014/main" id="{28E6E4B5-FB7F-443C-B2D5-F067C06FF3E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83278606"/>
              </p:ext>
            </p:extLst>
          </p:nvPr>
        </p:nvGraphicFramePr>
        <p:xfrm>
          <a:off x="952500" y="935948"/>
          <a:ext cx="7324566" cy="3757410"/>
        </p:xfrm>
        <a:graphic>
          <a:graphicData uri="http://schemas.openxmlformats.org/drawingml/2006/table">
            <a:tbl>
              <a:tblPr>
                <a:noFill/>
                <a:tableStyleId>{3B0403C8-B429-4BC3-A1A4-40CBB380A10C}</a:tableStyleId>
              </a:tblPr>
              <a:tblGrid>
                <a:gridCol w="12207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07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0761">
                  <a:extLst>
                    <a:ext uri="{9D8B030D-6E8A-4147-A177-3AD203B41FA5}">
                      <a16:colId xmlns:a16="http://schemas.microsoft.com/office/drawing/2014/main" val="2624873643"/>
                    </a:ext>
                  </a:extLst>
                </a:gridCol>
                <a:gridCol w="1220761">
                  <a:extLst>
                    <a:ext uri="{9D8B030D-6E8A-4147-A177-3AD203B41FA5}">
                      <a16:colId xmlns:a16="http://schemas.microsoft.com/office/drawing/2014/main" val="1136257730"/>
                    </a:ext>
                  </a:extLst>
                </a:gridCol>
                <a:gridCol w="1220761">
                  <a:extLst>
                    <a:ext uri="{9D8B030D-6E8A-4147-A177-3AD203B41FA5}">
                      <a16:colId xmlns:a16="http://schemas.microsoft.com/office/drawing/2014/main" val="978466313"/>
                    </a:ext>
                  </a:extLst>
                </a:gridCol>
                <a:gridCol w="12207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575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accent4"/>
                          </a:solidFill>
                          <a:latin typeface="Encode Sans Semi Expanded ExtraBold"/>
                          <a:ea typeface="Encode Sans Semi Expanded ExtraBold"/>
                          <a:cs typeface="Encode Sans Semi Expanded ExtraBold"/>
                          <a:sym typeface="Encode Sans Semi Expanded ExtraBold"/>
                        </a:rPr>
                        <a:t>Hospital Name</a:t>
                      </a:r>
                      <a:endParaRPr sz="1000" dirty="0">
                        <a:solidFill>
                          <a:schemeClr val="accent4"/>
                        </a:solidFill>
                        <a:latin typeface="Encode Sans Semi Expanded ExtraBold"/>
                        <a:ea typeface="Encode Sans Semi Expanded ExtraBold"/>
                        <a:cs typeface="Encode Sans Semi Expanded ExtraBold"/>
                        <a:sym typeface="Encode Sans Semi Expanded ExtraBold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accent4"/>
                          </a:solidFill>
                          <a:latin typeface="Encode Sans Semi Expanded ExtraBold"/>
                          <a:ea typeface="Encode Sans Semi Expanded ExtraBold"/>
                          <a:cs typeface="Encode Sans Semi Expanded ExtraBold"/>
                          <a:sym typeface="Encode Sans Semi Expanded ExtraBold"/>
                        </a:rPr>
                        <a:t>State</a:t>
                      </a:r>
                      <a:endParaRPr sz="1000" dirty="0">
                        <a:solidFill>
                          <a:schemeClr val="accent4"/>
                        </a:solidFill>
                        <a:latin typeface="Encode Sans Semi Expanded ExtraBold"/>
                        <a:ea typeface="Encode Sans Semi Expanded ExtraBold"/>
                        <a:cs typeface="Encode Sans Semi Expanded ExtraBold"/>
                        <a:sym typeface="Encode Sans Semi Expanded ExtraBold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accent4"/>
                          </a:solidFill>
                          <a:latin typeface="Encode Sans Semi Expanded ExtraBold"/>
                          <a:ea typeface="Encode Sans Semi Expanded ExtraBold"/>
                          <a:cs typeface="Encode Sans Semi Expanded ExtraBold"/>
                          <a:sym typeface="Encode Sans Semi Expanded ExtraBold"/>
                        </a:rPr>
                        <a:t>Patient Rating</a:t>
                      </a:r>
                      <a:endParaRPr sz="1000" dirty="0">
                        <a:solidFill>
                          <a:schemeClr val="accent4"/>
                        </a:solidFill>
                        <a:latin typeface="Encode Sans Semi Expanded ExtraBold"/>
                        <a:ea typeface="Encode Sans Semi Expanded ExtraBold"/>
                        <a:cs typeface="Encode Sans Semi Expanded ExtraBold"/>
                        <a:sym typeface="Encode Sans Semi Expanded ExtraBold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accent4"/>
                          </a:solidFill>
                          <a:latin typeface="Encode Sans Semi Expanded ExtraBold"/>
                          <a:ea typeface="Encode Sans Semi Expanded ExtraBold"/>
                          <a:cs typeface="Encode Sans Semi Expanded ExtraBold"/>
                          <a:sym typeface="Encode Sans Semi Expanded ExtraBold"/>
                        </a:rPr>
                        <a:t>Readmission</a:t>
                      </a:r>
                      <a:endParaRPr sz="1000" dirty="0">
                        <a:solidFill>
                          <a:schemeClr val="accent4"/>
                        </a:solidFill>
                        <a:latin typeface="Encode Sans Semi Expanded ExtraBold"/>
                        <a:ea typeface="Encode Sans Semi Expanded ExtraBold"/>
                        <a:cs typeface="Encode Sans Semi Expanded ExtraBold"/>
                        <a:sym typeface="Encode Sans Semi Expanded ExtraBold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accent4"/>
                          </a:solidFill>
                          <a:latin typeface="Encode Sans Semi Expanded ExtraBold"/>
                          <a:ea typeface="Encode Sans Semi Expanded ExtraBold"/>
                          <a:cs typeface="Encode Sans Semi Expanded ExtraBold"/>
                          <a:sym typeface="Encode Sans Semi Expanded ExtraBold"/>
                        </a:rPr>
                        <a:t>Mortality</a:t>
                      </a:r>
                      <a:endParaRPr sz="1000" dirty="0">
                        <a:solidFill>
                          <a:schemeClr val="accent4"/>
                        </a:solidFill>
                        <a:latin typeface="Encode Sans Semi Expanded ExtraBold"/>
                        <a:ea typeface="Encode Sans Semi Expanded ExtraBold"/>
                        <a:cs typeface="Encode Sans Semi Expanded ExtraBold"/>
                        <a:sym typeface="Encode Sans Semi Expanded ExtraBold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accent4"/>
                          </a:solidFill>
                          <a:latin typeface="Encode Sans Semi Expanded ExtraBold"/>
                          <a:ea typeface="Encode Sans Semi Expanded ExtraBold"/>
                          <a:cs typeface="Encode Sans Semi Expanded ExtraBold"/>
                          <a:sym typeface="Encode Sans Semi Expanded ExtraBold"/>
                        </a:rPr>
                        <a:t>Markup %</a:t>
                      </a:r>
                      <a:endParaRPr sz="1000" dirty="0">
                        <a:solidFill>
                          <a:schemeClr val="accent4"/>
                        </a:solidFill>
                        <a:latin typeface="Encode Sans Semi Expanded ExtraBold"/>
                        <a:ea typeface="Encode Sans Semi Expanded ExtraBold"/>
                        <a:cs typeface="Encode Sans Semi Expanded ExtraBold"/>
                        <a:sym typeface="Encode Sans Semi Expanded ExtraBold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75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Unity Medical Center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TN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98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14.8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5.1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231.85%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75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Mayo Clinic Hospital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AZ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97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14.1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2.6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312.13%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75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Orthopaedic Hospital of WI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WI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97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13.2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3.9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464.14%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75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Childress Regional MC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TX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97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14.5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4.8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234.95%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75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Physicians Care Surgical Hospital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PA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97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14.0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4.1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494.48%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4426816"/>
                  </a:ext>
                </a:extLst>
              </a:tr>
              <a:tr h="41575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Avala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LA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97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14.8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4.0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657.56%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1057487"/>
                  </a:ext>
                </a:extLst>
              </a:tr>
              <a:tr h="41575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Miwest Medical Center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IL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97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14.5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4.2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accent2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155.12%</a:t>
                      </a:r>
                      <a:endParaRPr sz="1000" dirty="0">
                        <a:solidFill>
                          <a:schemeClr val="accent2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94685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6901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3">
          <a:extLst>
            <a:ext uri="{FF2B5EF4-FFF2-40B4-BE49-F238E27FC236}">
              <a16:creationId xmlns:a16="http://schemas.microsoft.com/office/drawing/2014/main" id="{54F2CF66-D2D0-7A8D-2C1B-0F7EE5271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4" name="Google Shape;1394;p48">
            <a:extLst>
              <a:ext uri="{FF2B5EF4-FFF2-40B4-BE49-F238E27FC236}">
                <a16:creationId xmlns:a16="http://schemas.microsoft.com/office/drawing/2014/main" id="{DD71859C-0A90-AB2D-12C5-1B6EC6ABFF5D}"/>
              </a:ext>
            </a:extLst>
          </p:cNvPr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395" name="Google Shape;1395;p48">
            <a:extLst>
              <a:ext uri="{FF2B5EF4-FFF2-40B4-BE49-F238E27FC236}">
                <a16:creationId xmlns:a16="http://schemas.microsoft.com/office/drawing/2014/main" id="{0B3C5014-10F3-525B-605F-A0566E7889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3571225"/>
            <a:ext cx="4614000" cy="101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37318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5">
          <a:extLst>
            <a:ext uri="{FF2B5EF4-FFF2-40B4-BE49-F238E27FC236}">
              <a16:creationId xmlns:a16="http://schemas.microsoft.com/office/drawing/2014/main" id="{783AD247-3C7C-8D38-338C-A317A6BC0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6" name="Google Shape;1766;p71">
            <a:extLst>
              <a:ext uri="{FF2B5EF4-FFF2-40B4-BE49-F238E27FC236}">
                <a16:creationId xmlns:a16="http://schemas.microsoft.com/office/drawing/2014/main" id="{0F463DAA-72A3-4859-03EE-B67F9CFA34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</a:t>
            </a:r>
            <a:endParaRPr dirty="0"/>
          </a:p>
        </p:txBody>
      </p:sp>
      <p:sp>
        <p:nvSpPr>
          <p:cNvPr id="1767" name="Google Shape;1767;p71">
            <a:extLst>
              <a:ext uri="{FF2B5EF4-FFF2-40B4-BE49-F238E27FC236}">
                <a16:creationId xmlns:a16="http://schemas.microsoft.com/office/drawing/2014/main" id="{C1DB68D6-17B8-CBEB-2410-F1F3B6C986B0}"/>
              </a:ext>
            </a:extLst>
          </p:cNvPr>
          <p:cNvSpPr txBox="1"/>
          <p:nvPr/>
        </p:nvSpPr>
        <p:spPr>
          <a:xfrm>
            <a:off x="872400" y="1057275"/>
            <a:ext cx="7704000" cy="35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4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rPr>
              <a:t>Takeaways:</a:t>
            </a:r>
            <a:endParaRPr sz="1800" dirty="0">
              <a:solidFill>
                <a:schemeClr val="accent4"/>
              </a:solidFill>
              <a:latin typeface="Encode Sans Semi Expanded ExtraBold"/>
              <a:ea typeface="Encode Sans Semi Expanded ExtraBold"/>
              <a:cs typeface="Encode Sans Semi Expanded ExtraBold"/>
              <a:sym typeface="Encode Sans Semi Expanded ExtraBold"/>
            </a:endParaRPr>
          </a:p>
          <a:p>
            <a:pPr marL="241300" lvl="0" indent="-203200" algn="l" rtl="0">
              <a:spcBef>
                <a:spcPts val="3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Noto Sans Thai"/>
              <a:buChar char="●"/>
            </a:pPr>
            <a:r>
              <a:rPr lang="en-US" sz="1200" b="1" dirty="0">
                <a:solidFill>
                  <a:schemeClr val="accent2"/>
                </a:solidFill>
                <a:uFill>
                  <a:noFill/>
                </a:uFill>
                <a:latin typeface="Noto Sans Thai"/>
                <a:ea typeface="Noto Sans Thai"/>
                <a:cs typeface="Noto Sans Thai"/>
                <a:sym typeface="Noto Sans Tha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Price is Decoupled from Quality: </a:t>
            </a:r>
            <a:r>
              <a:rPr lang="en-US" sz="1200" dirty="0">
                <a:solidFill>
                  <a:schemeClr val="accent2"/>
                </a:solidFill>
                <a:uFill>
                  <a:noFill/>
                </a:uFill>
                <a:latin typeface="Noto Sans Thai"/>
                <a:ea typeface="Noto Sans Thai"/>
                <a:cs typeface="Noto Sans Thai"/>
                <a:sym typeface="Noto Sans Tha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Hospital markups are negatively linked to patient satisfaction and are unrelated to clinical safety.</a:t>
            </a:r>
            <a:r>
              <a:rPr lang="en" sz="1200" dirty="0">
                <a:solidFill>
                  <a:schemeClr val="accent2"/>
                </a:solidFill>
                <a:uFill>
                  <a:noFill/>
                </a:uFill>
                <a:latin typeface="Noto Sans Thai"/>
                <a:ea typeface="Noto Sans Thai"/>
                <a:cs typeface="Noto Sans Thai"/>
                <a:sym typeface="Noto Sans Thai"/>
              </a:rPr>
              <a:t> Charges largely unrelated to quality while costs and investments align somewhat with increased patient experience.</a:t>
            </a:r>
          </a:p>
          <a:p>
            <a:pPr marL="241300" lvl="0" indent="-203200" algn="l" rtl="0">
              <a:spcBef>
                <a:spcPts val="3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Noto Sans Thai"/>
              <a:buChar char="●"/>
            </a:pPr>
            <a:r>
              <a:rPr lang="en-US" sz="1250" b="1" dirty="0">
                <a:solidFill>
                  <a:schemeClr val="accent2"/>
                </a:solidFill>
                <a:uFill>
                  <a:noFill/>
                </a:uFill>
                <a:latin typeface="Noto Sans Thai"/>
                <a:ea typeface="Noto Sans Thai"/>
                <a:cs typeface="Noto Sans Thai"/>
                <a:sym typeface="Noto Sans Thai"/>
              </a:rPr>
              <a:t>Ownership Drives Price: </a:t>
            </a:r>
            <a:r>
              <a:rPr lang="en-US" sz="1250" dirty="0">
                <a:solidFill>
                  <a:schemeClr val="accent2"/>
                </a:solidFill>
                <a:uFill>
                  <a:noFill/>
                </a:uFill>
                <a:latin typeface="Noto Sans Thai"/>
                <a:ea typeface="Noto Sans Thai"/>
                <a:cs typeface="Noto Sans Thai"/>
                <a:sym typeface="Noto Sans Thai"/>
              </a:rPr>
              <a:t>For-profit status is the number one predictor of high markups.</a:t>
            </a:r>
            <a:r>
              <a:rPr lang="en" sz="1250" dirty="0">
                <a:solidFill>
                  <a:schemeClr val="accent2"/>
                </a:solidFill>
                <a:uFill>
                  <a:noFill/>
                </a:uFill>
                <a:latin typeface="Noto Sans Thai"/>
                <a:ea typeface="Noto Sans Thai"/>
                <a:cs typeface="Noto Sans Thai"/>
                <a:sym typeface="Noto Sans Tha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Flat-hand drawn hospital reception scene</a:t>
            </a:r>
            <a:r>
              <a:rPr lang="en" sz="1250" dirty="0">
                <a:solidFill>
                  <a:schemeClr val="accent2"/>
                </a:solidFill>
                <a:uFill>
                  <a:noFill/>
                </a:uFill>
                <a:latin typeface="Noto Sans Thai"/>
                <a:ea typeface="Noto Sans Thai"/>
                <a:cs typeface="Noto Sans Thai"/>
                <a:sym typeface="Noto Sans Thai"/>
              </a:rPr>
              <a:t>.</a:t>
            </a:r>
          </a:p>
          <a:p>
            <a:pPr marL="241300" lvl="0" indent="-203200" algn="l" rtl="0">
              <a:spcBef>
                <a:spcPts val="3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Noto Sans Thai"/>
              <a:buChar char="●"/>
            </a:pPr>
            <a:r>
              <a:rPr lang="en-US" sz="1250" b="1" dirty="0">
                <a:solidFill>
                  <a:schemeClr val="accent2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Scale Drives Quality: </a:t>
            </a:r>
            <a:r>
              <a:rPr lang="en-US" sz="1250" dirty="0">
                <a:solidFill>
                  <a:schemeClr val="accent2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Clinical safety is best at the largest hospitals, but patient experience is best at smaller ones.</a:t>
            </a:r>
            <a:endParaRPr sz="1250" dirty="0">
              <a:solidFill>
                <a:schemeClr val="accent2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  <a:p>
            <a:pPr marL="24130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sz="1800" dirty="0">
              <a:solidFill>
                <a:schemeClr val="accent2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accent4"/>
                </a:solidFill>
                <a:latin typeface="Encode Sans Semi Expanded ExtraBold"/>
                <a:ea typeface="Encode Sans Semi Expanded ExtraBold"/>
                <a:cs typeface="Encode Sans Semi Expanded ExtraBold"/>
                <a:sym typeface="Encode Sans Semi Expanded ExtraBold"/>
              </a:rPr>
              <a:t>Recommendations:</a:t>
            </a:r>
            <a:endParaRPr sz="1800" dirty="0">
              <a:solidFill>
                <a:schemeClr val="accent4"/>
              </a:solidFill>
              <a:latin typeface="Encode Sans Semi Expanded ExtraBold"/>
              <a:ea typeface="Encode Sans Semi Expanded ExtraBold"/>
              <a:cs typeface="Encode Sans Semi Expanded ExtraBold"/>
              <a:sym typeface="Encode Sans Semi Expanded ExtraBold"/>
            </a:endParaRPr>
          </a:p>
          <a:p>
            <a:pPr marL="241300" lvl="0" indent="-203200" algn="l" rtl="0">
              <a:spcBef>
                <a:spcPts val="3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Noto Sans Thai"/>
              <a:buChar char="●"/>
            </a:pPr>
            <a:r>
              <a:rPr lang="en-US" sz="1200" dirty="0">
                <a:solidFill>
                  <a:schemeClr val="accent2"/>
                </a:solidFill>
                <a:uFill>
                  <a:noFill/>
                </a:uFill>
                <a:latin typeface="Noto Sans Thai"/>
                <a:ea typeface="Noto Sans Thai"/>
                <a:cs typeface="Noto Sans Thai"/>
                <a:sym typeface="Noto Sans Thai"/>
              </a:rPr>
              <a:t>Favor non-profit hospitals for cost.</a:t>
            </a:r>
            <a:endParaRPr sz="1250" dirty="0">
              <a:solidFill>
                <a:schemeClr val="accent2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  <a:p>
            <a:pPr marL="241300" lvl="0" indent="-206375" algn="l" rtl="0">
              <a:spcBef>
                <a:spcPts val="300"/>
              </a:spcBef>
              <a:spcAft>
                <a:spcPts val="0"/>
              </a:spcAft>
              <a:buClr>
                <a:schemeClr val="accent4"/>
              </a:buClr>
              <a:buSzPts val="1250"/>
              <a:buFont typeface="Noto Sans Thai"/>
              <a:buChar char="●"/>
            </a:pPr>
            <a:r>
              <a:rPr lang="en-US" sz="1250" dirty="0">
                <a:solidFill>
                  <a:schemeClr val="accent2"/>
                </a:solidFill>
                <a:uFill>
                  <a:noFill/>
                </a:uFill>
                <a:latin typeface="Noto Sans Thai"/>
                <a:ea typeface="Noto Sans Thai"/>
                <a:cs typeface="Noto Sans Thai"/>
                <a:sym typeface="Noto Sans Thai"/>
              </a:rPr>
              <a:t>Favor large scale hospitals for complex and life-saving care.</a:t>
            </a:r>
            <a:endParaRPr sz="1250" dirty="0">
              <a:solidFill>
                <a:schemeClr val="accent2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sz="1100" dirty="0">
              <a:solidFill>
                <a:schemeClr val="accent2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</p:txBody>
      </p:sp>
    </p:spTree>
    <p:extLst>
      <p:ext uri="{BB962C8B-B14F-4D97-AF65-F5344CB8AC3E}">
        <p14:creationId xmlns:p14="http://schemas.microsoft.com/office/powerpoint/2010/main" val="3914404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Hospital Admission and Discharge by Slidesgo">
  <a:themeElements>
    <a:clrScheme name="Simple Light">
      <a:dk1>
        <a:srgbClr val="FFFFFF"/>
      </a:dk1>
      <a:lt1>
        <a:srgbClr val="CFE2F3"/>
      </a:lt1>
      <a:dk2>
        <a:srgbClr val="6FA8DC"/>
      </a:dk2>
      <a:lt2>
        <a:srgbClr val="3D85C6"/>
      </a:lt2>
      <a:accent1>
        <a:srgbClr val="0B5394"/>
      </a:accent1>
      <a:accent2>
        <a:srgbClr val="0B2F69"/>
      </a:accent2>
      <a:accent3>
        <a:srgbClr val="657E93"/>
      </a:accent3>
      <a:accent4>
        <a:srgbClr val="972538"/>
      </a:accent4>
      <a:accent5>
        <a:srgbClr val="FFFFFF"/>
      </a:accent5>
      <a:accent6>
        <a:srgbClr val="FFFFFF"/>
      </a:accent6>
      <a:hlink>
        <a:srgbClr val="0B2F6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630</TotalTime>
  <Words>647</Words>
  <Application>Microsoft Office PowerPoint</Application>
  <PresentationFormat>On-screen Show (16:9)</PresentationFormat>
  <Paragraphs>167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Noto Sans Thai</vt:lpstr>
      <vt:lpstr>Nunito Light</vt:lpstr>
      <vt:lpstr>Arial</vt:lpstr>
      <vt:lpstr>Anaheim</vt:lpstr>
      <vt:lpstr>Encode Sans Semi Expanded ExtraBold</vt:lpstr>
      <vt:lpstr>Bebas Neue</vt:lpstr>
      <vt:lpstr>Wingdings</vt:lpstr>
      <vt:lpstr>Noto Sans Thai Medium</vt:lpstr>
      <vt:lpstr>Hospital Admission and Discharge by Slidesgo</vt:lpstr>
      <vt:lpstr>THE COST OF CARE</vt:lpstr>
      <vt:lpstr>Table of Contents</vt:lpstr>
      <vt:lpstr>Overview</vt:lpstr>
      <vt:lpstr>Key Questions:</vt:lpstr>
      <vt:lpstr>Definitions</vt:lpstr>
      <vt:lpstr>Methodology</vt:lpstr>
      <vt:lpstr>Findings</vt:lpstr>
      <vt:lpstr>PowerPoint Presentation</vt:lpstr>
      <vt:lpstr>PowerPoint Presentation</vt:lpstr>
      <vt:lpstr>Finding 2: The Primary Driver of Pricing is Ownership</vt:lpstr>
      <vt:lpstr>Finding 2 (cont.): High Price =/= Elite Quality</vt:lpstr>
      <vt:lpstr>Finding 3: The Real Driver of Quality is Scale</vt:lpstr>
      <vt:lpstr>Finding 3 (cont.): The Real-World Tradeoff</vt:lpstr>
      <vt:lpstr>Conclusion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Kyle Jaques</cp:lastModifiedBy>
  <cp:revision>20</cp:revision>
  <dcterms:modified xsi:type="dcterms:W3CDTF">2025-11-10T20:35:06Z</dcterms:modified>
</cp:coreProperties>
</file>